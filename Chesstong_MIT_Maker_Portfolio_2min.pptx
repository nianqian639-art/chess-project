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00:00–00:12｜棋童是我为四到十岁国际象棋初学者制作的智能学习平台。我六岁开始学棋，发现真正让初学者放弃的，往往不是兴趣，而是听不懂专业术语，也看不到持续进步。</a:t>
            </a:r>
          </a:p>
          <a:p/>
          <a:p>
            <a:r>
              <a:t>[Sources]</a:t>
            </a:r>
          </a:p>
          <a:p>
            <a:r>
              <a:t>- 项目仓库 README.md、LLM_ENGINEERING_NOTES.md、源代码与本地页面。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00:12–00:27｜我把问题拆成三个角色：学生需要听得懂的即时反馈；家长需要不懂棋也能理解的学习进度；老师需要课后任务和班级追踪。我的设计原则，是把棋理翻译成儿童语言，并把每次练习连接到长期成长。</a:t>
            </a:r>
          </a:p>
          <a:p/>
          <a:p>
            <a:r>
              <a:t>[Sources]</a:t>
            </a:r>
          </a:p>
          <a:p>
            <a:r>
              <a:t>- 项目仓库 README.md、LLM_ENGINEERING_NOTES.md、源代码与本地页面。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00:27–00:42｜这是平台首页。用户可以进入学习中心、三百多道分级战术题、AI 对弈、真人对战、任务和排行榜；家长与老师还可以查看周报、布置作业并追踪进度。接下来我重点演示最核心的学习闭环。</a:t>
            </a:r>
          </a:p>
          <a:p/>
          <a:p>
            <a:r>
              <a:t>[Sources]</a:t>
            </a:r>
          </a:p>
          <a:p>
            <a:r>
              <a:t>- 项目仓库 README.md、LLM_ENGINEERING_NOTES.md、源代码与本地页面。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00:42–01:07｜我选择一道战术题，直接在棋盘上走子并提交。系统先判断答案，再让 AI 用四段结构解释：思路、关键点、常见误区和下一步。比如“牵制”不会只给定义，而会解释成：这个棋子后面保护着更重要的棋子，就像被钉在原地一样。</a:t>
            </a:r>
          </a:p>
          <a:p/>
          <a:p>
            <a:r>
              <a:t>[Sources]</a:t>
            </a:r>
          </a:p>
          <a:p>
            <a:r>
              <a:t>- 项目仓库 README.md、LLM_ENGINEERING_NOTES.md、源代码与本地页面。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01:07–01:27｜在人机对战中，我可以调节 Stockfish 难度。点击走法建议后，引擎负责计算更准确的候选走法，大语言模型负责解释为什么。这样的工具协作，把“算得准”和“讲得懂”结合在一起。</a:t>
            </a:r>
          </a:p>
          <a:p/>
          <a:p>
            <a:r>
              <a:t>[Sources]</a:t>
            </a:r>
          </a:p>
          <a:p>
            <a:r>
              <a:t>- 项目仓库 README.md、LLM_ENGINEERING_NOTES.md、源代码与本地页面。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01:27–01:46｜技术上，前端通过 Fastify 和 WebSocket 连接 Stockfish、Qwen 或本地 Ollama，并用 SQLite 保存学习轨迹。为了让演示和真实使用都更稳定，我设计了四级回退：模型不可用时，系统仍能依靠 Stockfish 或本地规则继续反馈，同时加入超时、过滤和输出校验。</a:t>
            </a:r>
          </a:p>
          <a:p/>
          <a:p>
            <a:r>
              <a:t>[Sources]</a:t>
            </a:r>
          </a:p>
          <a:p>
            <a:r>
              <a:t>- 项目仓库 README.md、LLM_ENGINEERING_NOTES.md、源代码与本地页面。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01:46–02:00｜目前平台已经包含三百多道题、三个 AI 学习角色、四级回退和八个 Flutter 核心页面。对我来说，这不只是一个下棋网站，而是一座连接孩子、家长和老师的学习桥梁。下一步，我会继续收集真实反馈，让解释更准确、更温暖，也更有用。</a:t>
            </a:r>
          </a:p>
          <a:p/>
          <a:p>
            <a:r>
              <a:t>[Sources]</a:t>
            </a:r>
          </a:p>
          <a:p>
            <a:r>
              <a:t>- 项目仓库 README.md、LLM_ENGINEERING_NOTES.md、源代码与本地页面。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609600" y="4381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F80ED"/>
                </a:solidFill>
                <a:latin typeface="Aptos"/>
                <a:ea typeface="Aptos"/>
                <a:cs typeface="Aptos"/>
              </a:rPr>
              <a:t>CHESSTONG / 棋童</a:t>
            </a:r>
            <a:endParaRPr sz="1200" b="1">
              <a:solidFill>
                <a:srgbClr val="2F80E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1428750"/>
            <a:ext cx="7239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35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让孩子听懂每一步棋</a:t>
            </a:r>
            <a:endParaRPr sz="4350" b="1">
              <a:solidFill>
                <a:srgbClr val="10253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47700" y="2724150"/>
            <a:ext cx="7715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596579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96579"/>
                </a:solidFill>
                <a:latin typeface="Aptos"/>
                <a:ea typeface="Aptos"/>
                <a:cs typeface="Aptos"/>
              </a:rPr>
              <a:t>AI 国际象棋学习平台 · MIT Maker Portfolio 参考视频底稿</a:t>
            </a:r>
            <a:endParaRPr sz="1650" b="0">
              <a:solidFill>
                <a:srgbClr val="59657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8858250" y="1095375"/>
            <a:ext cx="200025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0" b="1">
                <a:solidFill>
                  <a:srgbClr val="F2B84B"/>
                </a:solidFill>
                <a:latin typeface="Aptos"/>
                <a:ea typeface="Aptos"/>
                <a:cs typeface="Aptos"/>
              </a:defRPr>
            </a:pPr>
            <a:endParaRPr sz="9750" b="1">
              <a:solidFill>
                <a:srgbClr val="F2B84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858250" y="2990850"/>
            <a:ext cx="2000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sz="36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47700" y="5200650"/>
            <a:ext cx="7524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动机  →  实机演示  →  技术  →  影响</a:t>
            </a:r>
            <a:endParaRPr sz="1875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47700" y="5667375"/>
            <a:ext cx="8191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9657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96579"/>
                </a:solidFill>
                <a:latin typeface="Aptos"/>
                <a:ea typeface="Aptos"/>
                <a:cs typeface="Aptos"/>
              </a:rPr>
              <a:t>目标：120 秒内证明“我为什么做、我做了什么、它真的能运行”。</a:t>
            </a:r>
            <a:endParaRPr sz="1500" b="0">
              <a:solidFill>
                <a:srgbClr val="59657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1334750" y="641985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9657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96579"/>
                </a:solidFill>
                <a:latin typeface="Aptos"/>
                <a:ea typeface="Aptos"/>
                <a:cs typeface="Aptos"/>
              </a:rPr>
              <a:t>01</a:t>
            </a:r>
            <a:endParaRPr sz="1050" b="1">
              <a:solidFill>
                <a:srgbClr val="596579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矩形 14"/>
          <p:cNvSpPr>
            <a:spLocks noGrp="1"/>
          </p:cNvSpPr>
          <p:nvPr/>
        </p:nvSpPr>
        <p:spPr>
          <a:xfrm>
            <a:off x="609600" y="400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80ED"/>
                </a:solidFill>
                <a:latin typeface="Aptos"/>
                <a:ea typeface="Aptos"/>
                <a:cs typeface="Aptos"/>
              </a:rPr>
              <a:t>WHY</a:t>
            </a:r>
            <a:endParaRPr sz="1050" b="1">
              <a:solidFill>
                <a:srgbClr val="2F80E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742950"/>
            <a:ext cx="10953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问题不是不会下，而是听不懂、难坚持</a:t>
            </a:r>
            <a:endParaRPr sz="285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66750" y="2266950"/>
            <a:ext cx="1714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F80ED"/>
                </a:solidFill>
                <a:latin typeface="Aptos"/>
                <a:ea typeface="Aptos"/>
                <a:cs typeface="Aptos"/>
              </a:rPr>
              <a:t>学生</a:t>
            </a:r>
            <a:endParaRPr sz="1875" b="1">
              <a:solidFill>
                <a:srgbClr val="2F80E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66750" y="2724150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“为什么这步错了？”</a:t>
            </a:r>
            <a:endParaRPr sz="195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66750" y="3286125"/>
            <a:ext cx="31432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9657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96579"/>
                </a:solidFill>
                <a:latin typeface="Aptos"/>
                <a:ea typeface="Aptos"/>
                <a:cs typeface="Aptos"/>
              </a:rPr>
              <a:t>传统题库只告诉对错，缺少孩子能理解的解释。</a:t>
            </a:r>
            <a:endParaRPr sz="1500" b="0">
              <a:solidFill>
                <a:srgbClr val="59657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476750" y="2266950"/>
            <a:ext cx="1714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27B8C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7B8C7"/>
                </a:solidFill>
                <a:latin typeface="Aptos"/>
                <a:ea typeface="Aptos"/>
                <a:cs typeface="Aptos"/>
              </a:rPr>
              <a:t>家长</a:t>
            </a:r>
            <a:endParaRPr sz="1875" b="1">
              <a:solidFill>
                <a:srgbClr val="27B8C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476750" y="2724150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“我不会棋，怎么陪？”</a:t>
            </a:r>
            <a:endParaRPr sz="195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476750" y="3286125"/>
            <a:ext cx="3048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9657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96579"/>
                </a:solidFill>
                <a:latin typeface="Aptos"/>
                <a:ea typeface="Aptos"/>
                <a:cs typeface="Aptos"/>
              </a:rPr>
              <a:t>需要看得懂的进度、周报和下一步建议。</a:t>
            </a:r>
            <a:endParaRPr sz="1500" b="0">
              <a:solidFill>
                <a:srgbClr val="59657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286750" y="2266950"/>
            <a:ext cx="1714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F2B84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2B84B"/>
                </a:solidFill>
                <a:latin typeface="Aptos"/>
                <a:ea typeface="Aptos"/>
                <a:cs typeface="Aptos"/>
              </a:rPr>
              <a:t>老师</a:t>
            </a:r>
            <a:endParaRPr sz="1875" b="1">
              <a:solidFill>
                <a:srgbClr val="F2B84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286750" y="2724150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“课后练习如何追踪？”</a:t>
            </a:r>
            <a:endParaRPr sz="195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286750" y="3286125"/>
            <a:ext cx="2952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9657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96579"/>
                </a:solidFill>
                <a:latin typeface="Aptos"/>
                <a:ea typeface="Aptos"/>
                <a:cs typeface="Aptos"/>
              </a:rPr>
              <a:t>需要作业、班级与学习数据形成闭环。</a:t>
            </a:r>
            <a:endParaRPr sz="1500" b="0">
              <a:solidFill>
                <a:srgbClr val="59657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609600" y="4819650"/>
            <a:ext cx="10972800" cy="857250"/>
          </a:xfrm>
          <a:prstGeom prst="roundRect">
            <a:avLst>
              <a:gd name="adj" fmla="val 13333"/>
            </a:avLst>
          </a:prstGeom>
          <a:solidFill>
            <a:srgbClr val="10253F"/>
          </a:solidFill>
          <a:ln w="0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933450" y="5067300"/>
            <a:ext cx="1028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我的设计原则：把棋理翻译成儿童语言，把一次练习连接到长期成长。</a:t>
            </a:r>
            <a:endParaRPr sz="1875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1334750" y="641985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9657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96579"/>
                </a:solidFill>
                <a:latin typeface="Aptos"/>
                <a:ea typeface="Aptos"/>
                <a:cs typeface="Aptos"/>
              </a:rPr>
              <a:t>02</a:t>
            </a:r>
            <a:endParaRPr sz="1050" b="1">
              <a:solidFill>
                <a:srgbClr val="596579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矩形 25"/>
          <p:cNvSpPr>
            <a:spLocks noGrp="1"/>
          </p:cNvSpPr>
          <p:nvPr/>
        </p:nvSpPr>
        <p:spPr>
          <a:xfrm>
            <a:off x="609600" y="400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80ED"/>
                </a:solidFill>
                <a:latin typeface="Aptos"/>
                <a:ea typeface="Aptos"/>
                <a:cs typeface="Aptos"/>
              </a:rPr>
              <a:t>PRODUCT</a:t>
            </a:r>
            <a:endParaRPr sz="1050" b="1">
              <a:solidFill>
                <a:srgbClr val="2F80E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742950"/>
            <a:ext cx="10953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一个平台连接学习、对战与监督</a:t>
            </a:r>
            <a:endParaRPr sz="285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428750"/>
            <a:ext cx="10668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9657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96579"/>
                </a:solidFill>
                <a:latin typeface="Aptos"/>
                <a:ea typeface="Aptos"/>
                <a:cs typeface="Aptos"/>
              </a:rPr>
              <a:t>录屏建议：先展示首页，再快速切到学习训练页。</a:t>
            </a:r>
            <a:endParaRPr sz="1500" b="0">
              <a:solidFill>
                <a:srgbClr val="59657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609600" y="2038350"/>
            <a:ext cx="7239000" cy="371475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9E1EA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609600" y="2038350"/>
            <a:ext cx="7239000" cy="361950"/>
          </a:xfrm>
          <a:prstGeom prst="roundRect">
            <a:avLst>
              <a:gd name="adj" fmla="val 31579"/>
            </a:avLst>
          </a:prstGeom>
          <a:solidFill>
            <a:srgbClr val="10253F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762000" y="2114550"/>
            <a:ext cx="857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DDE6E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DE6EF"/>
                </a:solidFill>
                <a:latin typeface="Aptos"/>
                <a:ea typeface="Aptos"/>
                <a:cs typeface="Aptos"/>
              </a:rPr>
              <a:t>●  ●  ●</a:t>
            </a:r>
            <a:endParaRPr sz="1050" b="0">
              <a:solidFill>
                <a:srgbClr val="DDE6E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752600" y="2114550"/>
            <a:ext cx="590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chesstong.com / 首页</a:t>
            </a:r>
            <a:endParaRPr sz="975" b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76300" y="2552700"/>
            <a:ext cx="219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♜ 棋童</a:t>
            </a:r>
            <a:endParaRPr sz="2400" b="1">
              <a:solidFill>
                <a:srgbClr val="10253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76300" y="3105150"/>
            <a:ext cx="4953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用棋童掌握国际象棋</a:t>
            </a:r>
            <a:endParaRPr sz="270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76300" y="3695700"/>
            <a:ext cx="571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9657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96579"/>
                </a:solidFill>
                <a:latin typeface="Aptos"/>
                <a:ea typeface="Aptos"/>
                <a:cs typeface="Aptos"/>
              </a:rPr>
              <a:t>从开局原则到残局技巧，从 AI 对弈到真人 PK</a:t>
            </a:r>
            <a:endParaRPr sz="1425" b="0">
              <a:solidFill>
                <a:srgbClr val="59657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876300" y="4267200"/>
            <a:ext cx="1619250" cy="495300"/>
          </a:xfrm>
          <a:prstGeom prst="roundRect">
            <a:avLst>
              <a:gd name="adj" fmla="val 23077"/>
            </a:avLst>
          </a:prstGeom>
          <a:solidFill>
            <a:srgbClr val="2F80ED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066800" y="4391025"/>
            <a:ext cx="123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开始训练</a:t>
            </a:r>
            <a:endParaRPr sz="1425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286750" y="2114550"/>
            <a:ext cx="523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80ED"/>
                </a:solidFill>
                <a:latin typeface="Aptos"/>
                <a:ea typeface="Aptos"/>
                <a:cs typeface="Aptos"/>
              </a:rPr>
              <a:t>01</a:t>
            </a:r>
            <a:endParaRPr sz="1350" b="1">
              <a:solidFill>
                <a:srgbClr val="2F80E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858250" y="21145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学习中心</a:t>
            </a:r>
            <a:endParaRPr sz="180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858250" y="2438400"/>
            <a:ext cx="2381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9657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96579"/>
                </a:solidFill>
                <a:latin typeface="Aptos"/>
                <a:ea typeface="Aptos"/>
                <a:cs typeface="Aptos"/>
              </a:rPr>
              <a:t>开局 · 中局 · 残局</a:t>
            </a:r>
            <a:endParaRPr sz="1275" b="0">
              <a:solidFill>
                <a:srgbClr val="59657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286750" y="3009900"/>
            <a:ext cx="523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80ED"/>
                </a:solidFill>
                <a:latin typeface="Aptos"/>
                <a:ea typeface="Aptos"/>
                <a:cs typeface="Aptos"/>
              </a:rPr>
              <a:t>02</a:t>
            </a:r>
            <a:endParaRPr sz="1350" b="1">
              <a:solidFill>
                <a:srgbClr val="2F80E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858250" y="300990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题库训练</a:t>
            </a:r>
            <a:endParaRPr sz="180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858250" y="3333750"/>
            <a:ext cx="2381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9657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96579"/>
                </a:solidFill>
                <a:latin typeface="Aptos"/>
                <a:ea typeface="Aptos"/>
                <a:cs typeface="Aptos"/>
              </a:rPr>
              <a:t>300+ 分级题</a:t>
            </a:r>
            <a:endParaRPr sz="1275" b="0">
              <a:solidFill>
                <a:srgbClr val="59657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286750" y="3905250"/>
            <a:ext cx="523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80ED"/>
                </a:solidFill>
                <a:latin typeface="Aptos"/>
                <a:ea typeface="Aptos"/>
                <a:cs typeface="Aptos"/>
              </a:rPr>
              <a:t>03</a:t>
            </a:r>
            <a:endParaRPr sz="1350" b="1">
              <a:solidFill>
                <a:srgbClr val="2F80E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858250" y="39052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AI 对弈</a:t>
            </a:r>
            <a:endParaRPr sz="180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858250" y="4229100"/>
            <a:ext cx="2381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9657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96579"/>
                </a:solidFill>
                <a:latin typeface="Aptos"/>
                <a:ea typeface="Aptos"/>
                <a:cs typeface="Aptos"/>
              </a:rPr>
              <a:t>Stockfish 1–20级</a:t>
            </a:r>
            <a:endParaRPr sz="1275" b="0">
              <a:solidFill>
                <a:srgbClr val="59657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286750" y="4800600"/>
            <a:ext cx="523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80ED"/>
                </a:solidFill>
                <a:latin typeface="Aptos"/>
                <a:ea typeface="Aptos"/>
                <a:cs typeface="Aptos"/>
              </a:rPr>
              <a:t>04</a:t>
            </a:r>
            <a:endParaRPr sz="1350" b="1">
              <a:solidFill>
                <a:srgbClr val="2F80E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858250" y="480060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家长 / 班级</a:t>
            </a:r>
            <a:endParaRPr sz="180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8858250" y="5124450"/>
            <a:ext cx="2381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9657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96579"/>
                </a:solidFill>
                <a:latin typeface="Aptos"/>
                <a:ea typeface="Aptos"/>
                <a:cs typeface="Aptos"/>
              </a:rPr>
              <a:t>周报 · 作业 · 追踪</a:t>
            </a:r>
            <a:endParaRPr sz="1275" b="0">
              <a:solidFill>
                <a:srgbClr val="59657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1334750" y="641985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9657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96579"/>
                </a:solidFill>
                <a:latin typeface="Aptos"/>
                <a:ea typeface="Aptos"/>
                <a:cs typeface="Aptos"/>
              </a:rPr>
              <a:t>03</a:t>
            </a:r>
            <a:endParaRPr sz="1050" b="1">
              <a:solidFill>
                <a:srgbClr val="596579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6" name="矩形 85"/>
          <p:cNvSpPr>
            <a:spLocks noGrp="1"/>
          </p:cNvSpPr>
          <p:nvPr/>
        </p:nvSpPr>
        <p:spPr>
          <a:xfrm>
            <a:off x="609600" y="400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80ED"/>
                </a:solidFill>
                <a:latin typeface="Aptos"/>
                <a:ea typeface="Aptos"/>
                <a:cs typeface="Aptos"/>
              </a:rPr>
              <a:t>LIVE DEMO</a:t>
            </a:r>
            <a:endParaRPr sz="1050" b="1">
              <a:solidFill>
                <a:srgbClr val="2F80E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742950"/>
            <a:ext cx="10953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实机演示：做题 → 判定 → 儿童化讲解</a:t>
            </a:r>
            <a:endParaRPr sz="285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428750"/>
            <a:ext cx="10668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9657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96579"/>
                </a:solidFill>
                <a:latin typeface="Aptos"/>
                <a:ea typeface="Aptos"/>
                <a:cs typeface="Aptos"/>
              </a:rPr>
              <a:t>录屏建议：实际拖动一步棋，点击“提交”，再打开“AI讲解”。</a:t>
            </a:r>
            <a:endParaRPr sz="1500" b="0">
              <a:solidFill>
                <a:srgbClr val="59657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609600" y="1962150"/>
            <a:ext cx="7620000" cy="409575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9525">
            <a:solidFill>
              <a:srgbClr val="D9E1EA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609600" y="1962150"/>
            <a:ext cx="7620000" cy="361950"/>
          </a:xfrm>
          <a:prstGeom prst="roundRect">
            <a:avLst>
              <a:gd name="adj" fmla="val 31579"/>
            </a:avLst>
          </a:prstGeom>
          <a:solidFill>
            <a:srgbClr val="10253F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762000" y="2038350"/>
            <a:ext cx="857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DDE6E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DE6EF"/>
                </a:solidFill>
                <a:latin typeface="Aptos"/>
                <a:ea typeface="Aptos"/>
                <a:cs typeface="Aptos"/>
              </a:rPr>
              <a:t>●  ●  ●</a:t>
            </a:r>
            <a:endParaRPr sz="1050" b="0">
              <a:solidFill>
                <a:srgbClr val="DDE6E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752600" y="2038350"/>
            <a:ext cx="6286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学习训练 / 战术题</a:t>
            </a:r>
            <a:endParaRPr sz="975" b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76300" y="2514600"/>
            <a:ext cx="369094" cy="369094"/>
          </a:xfrm>
          <a:prstGeom prst="roundRect">
            <a:avLst>
              <a:gd name="adj" fmla="val 30968"/>
            </a:avLst>
          </a:prstGeom>
          <a:solidFill>
            <a:srgbClr val="E6E1D0"/>
          </a:solidFill>
          <a:ln w="0">
            <a:noFill/>
            <a:prstDash val="solid"/>
          </a:ln>
        </p:spPr>
      </p:sp>
      <p:sp>
        <p:nvSpPr>
          <p:cNvPr id="9" name="圆角矩形 8"/>
          <p:cNvSpPr>
            <a:spLocks noGrp="1"/>
          </p:cNvSpPr>
          <p:nvPr/>
        </p:nvSpPr>
        <p:spPr>
          <a:xfrm>
            <a:off x="1245394" y="2514600"/>
            <a:ext cx="369094" cy="369094"/>
          </a:xfrm>
          <a:prstGeom prst="roundRect">
            <a:avLst>
              <a:gd name="adj" fmla="val 30968"/>
            </a:avLst>
          </a:prstGeom>
          <a:solidFill>
            <a:srgbClr val="7294A8"/>
          </a:solidFill>
          <a:ln w="0">
            <a:noFill/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1614488" y="2514600"/>
            <a:ext cx="369094" cy="369094"/>
          </a:xfrm>
          <a:prstGeom prst="roundRect">
            <a:avLst>
              <a:gd name="adj" fmla="val 30968"/>
            </a:avLst>
          </a:prstGeom>
          <a:solidFill>
            <a:srgbClr val="E6E1D0"/>
          </a:solidFill>
          <a:ln w="0">
            <a:noFill/>
            <a:prstDash val="solid"/>
          </a:ln>
        </p:spPr>
      </p:sp>
      <p:sp>
        <p:nvSpPr>
          <p:cNvPr id="11" name="圆角矩形 10"/>
          <p:cNvSpPr>
            <a:spLocks noGrp="1"/>
          </p:cNvSpPr>
          <p:nvPr/>
        </p:nvSpPr>
        <p:spPr>
          <a:xfrm>
            <a:off x="1983581" y="2514600"/>
            <a:ext cx="369094" cy="369094"/>
          </a:xfrm>
          <a:prstGeom prst="roundRect">
            <a:avLst>
              <a:gd name="adj" fmla="val 30968"/>
            </a:avLst>
          </a:prstGeom>
          <a:solidFill>
            <a:srgbClr val="7294A8"/>
          </a:solidFill>
          <a:ln w="0">
            <a:noFill/>
            <a:prstDash val="solid"/>
          </a:ln>
        </p:spPr>
      </p:sp>
      <p:sp>
        <p:nvSpPr>
          <p:cNvPr id="12" name="圆角矩形 11"/>
          <p:cNvSpPr>
            <a:spLocks noGrp="1"/>
          </p:cNvSpPr>
          <p:nvPr/>
        </p:nvSpPr>
        <p:spPr>
          <a:xfrm>
            <a:off x="2352675" y="2514600"/>
            <a:ext cx="369094" cy="369094"/>
          </a:xfrm>
          <a:prstGeom prst="roundRect">
            <a:avLst>
              <a:gd name="adj" fmla="val 30968"/>
            </a:avLst>
          </a:prstGeom>
          <a:solidFill>
            <a:srgbClr val="E6E1D0"/>
          </a:solidFill>
          <a:ln w="0">
            <a:noFill/>
            <a:prstDash val="solid"/>
          </a:ln>
        </p:spPr>
      </p:sp>
      <p:sp>
        <p:nvSpPr>
          <p:cNvPr id="13" name="圆角矩形 12"/>
          <p:cNvSpPr>
            <a:spLocks noGrp="1"/>
          </p:cNvSpPr>
          <p:nvPr/>
        </p:nvSpPr>
        <p:spPr>
          <a:xfrm>
            <a:off x="2721769" y="2514600"/>
            <a:ext cx="369094" cy="369094"/>
          </a:xfrm>
          <a:prstGeom prst="roundRect">
            <a:avLst>
              <a:gd name="adj" fmla="val 30968"/>
            </a:avLst>
          </a:prstGeom>
          <a:solidFill>
            <a:srgbClr val="7294A8"/>
          </a:solidFill>
          <a:ln w="0">
            <a:noFill/>
            <a:prstDash val="solid"/>
          </a:ln>
        </p:spPr>
      </p:sp>
      <p:sp>
        <p:nvSpPr>
          <p:cNvPr id="14" name="圆角矩形 13"/>
          <p:cNvSpPr>
            <a:spLocks noGrp="1"/>
          </p:cNvSpPr>
          <p:nvPr/>
        </p:nvSpPr>
        <p:spPr>
          <a:xfrm>
            <a:off x="3090863" y="2514600"/>
            <a:ext cx="369094" cy="369094"/>
          </a:xfrm>
          <a:prstGeom prst="roundRect">
            <a:avLst>
              <a:gd name="adj" fmla="val 30968"/>
            </a:avLst>
          </a:prstGeom>
          <a:solidFill>
            <a:srgbClr val="E6E1D0"/>
          </a:solidFill>
          <a:ln w="0">
            <a:noFill/>
            <a:prstDash val="solid"/>
          </a:ln>
        </p:spPr>
      </p:sp>
      <p:sp>
        <p:nvSpPr>
          <p:cNvPr id="15" name="圆角矩形 14"/>
          <p:cNvSpPr>
            <a:spLocks noGrp="1"/>
          </p:cNvSpPr>
          <p:nvPr/>
        </p:nvSpPr>
        <p:spPr>
          <a:xfrm>
            <a:off x="3459956" y="2514600"/>
            <a:ext cx="369094" cy="369094"/>
          </a:xfrm>
          <a:prstGeom prst="roundRect">
            <a:avLst>
              <a:gd name="adj" fmla="val 30968"/>
            </a:avLst>
          </a:prstGeom>
          <a:solidFill>
            <a:srgbClr val="7294A8"/>
          </a:solidFill>
          <a:ln w="0">
            <a:noFill/>
            <a:prstDash val="solid"/>
          </a:ln>
        </p:spPr>
      </p:sp>
      <p:sp>
        <p:nvSpPr>
          <p:cNvPr id="16" name="圆角矩形 15"/>
          <p:cNvSpPr>
            <a:spLocks noGrp="1"/>
          </p:cNvSpPr>
          <p:nvPr/>
        </p:nvSpPr>
        <p:spPr>
          <a:xfrm>
            <a:off x="876300" y="2883694"/>
            <a:ext cx="369094" cy="369094"/>
          </a:xfrm>
          <a:prstGeom prst="roundRect">
            <a:avLst>
              <a:gd name="adj" fmla="val 30968"/>
            </a:avLst>
          </a:prstGeom>
          <a:solidFill>
            <a:srgbClr val="7294A8"/>
          </a:solidFill>
          <a:ln w="0">
            <a:noFill/>
            <a:prstDash val="solid"/>
          </a:ln>
        </p:spPr>
      </p:sp>
      <p:sp>
        <p:nvSpPr>
          <p:cNvPr id="17" name="圆角矩形 16"/>
          <p:cNvSpPr>
            <a:spLocks noGrp="1"/>
          </p:cNvSpPr>
          <p:nvPr/>
        </p:nvSpPr>
        <p:spPr>
          <a:xfrm>
            <a:off x="1245394" y="2883694"/>
            <a:ext cx="369094" cy="369094"/>
          </a:xfrm>
          <a:prstGeom prst="roundRect">
            <a:avLst>
              <a:gd name="adj" fmla="val 30968"/>
            </a:avLst>
          </a:prstGeom>
          <a:solidFill>
            <a:srgbClr val="E6E1D0"/>
          </a:solidFill>
          <a:ln w="0">
            <a:noFill/>
            <a:prstDash val="solid"/>
          </a:ln>
        </p:spPr>
      </p:sp>
      <p:sp>
        <p:nvSpPr>
          <p:cNvPr id="18" name="圆角矩形 17"/>
          <p:cNvSpPr>
            <a:spLocks noGrp="1"/>
          </p:cNvSpPr>
          <p:nvPr/>
        </p:nvSpPr>
        <p:spPr>
          <a:xfrm>
            <a:off x="1614488" y="2883694"/>
            <a:ext cx="369094" cy="369094"/>
          </a:xfrm>
          <a:prstGeom prst="roundRect">
            <a:avLst>
              <a:gd name="adj" fmla="val 30968"/>
            </a:avLst>
          </a:prstGeom>
          <a:solidFill>
            <a:srgbClr val="7294A8"/>
          </a:solidFill>
          <a:ln w="0">
            <a:noFill/>
            <a:prstDash val="solid"/>
          </a:ln>
        </p:spPr>
      </p:sp>
      <p:sp>
        <p:nvSpPr>
          <p:cNvPr id="19" name="圆角矩形 18"/>
          <p:cNvSpPr>
            <a:spLocks noGrp="1"/>
          </p:cNvSpPr>
          <p:nvPr/>
        </p:nvSpPr>
        <p:spPr>
          <a:xfrm>
            <a:off x="1983581" y="2883694"/>
            <a:ext cx="369094" cy="369094"/>
          </a:xfrm>
          <a:prstGeom prst="roundRect">
            <a:avLst>
              <a:gd name="adj" fmla="val 30968"/>
            </a:avLst>
          </a:prstGeom>
          <a:solidFill>
            <a:srgbClr val="E6E1D0"/>
          </a:solidFill>
          <a:ln w="0">
            <a:noFill/>
            <a:prstDash val="solid"/>
          </a:ln>
        </p:spPr>
      </p:sp>
      <p:sp>
        <p:nvSpPr>
          <p:cNvPr id="20" name="圆角矩形 19"/>
          <p:cNvSpPr>
            <a:spLocks noGrp="1"/>
          </p:cNvSpPr>
          <p:nvPr/>
        </p:nvSpPr>
        <p:spPr>
          <a:xfrm>
            <a:off x="2352675" y="2883694"/>
            <a:ext cx="369094" cy="369094"/>
          </a:xfrm>
          <a:prstGeom prst="roundRect">
            <a:avLst>
              <a:gd name="adj" fmla="val 30968"/>
            </a:avLst>
          </a:prstGeom>
          <a:solidFill>
            <a:srgbClr val="7294A8"/>
          </a:solidFill>
          <a:ln w="0">
            <a:noFill/>
            <a:prstDash val="solid"/>
          </a:ln>
        </p:spPr>
      </p:sp>
      <p:sp>
        <p:nvSpPr>
          <p:cNvPr id="21" name="圆角矩形 20"/>
          <p:cNvSpPr>
            <a:spLocks noGrp="1"/>
          </p:cNvSpPr>
          <p:nvPr/>
        </p:nvSpPr>
        <p:spPr>
          <a:xfrm>
            <a:off x="2721769" y="2883694"/>
            <a:ext cx="369094" cy="369094"/>
          </a:xfrm>
          <a:prstGeom prst="roundRect">
            <a:avLst>
              <a:gd name="adj" fmla="val 30968"/>
            </a:avLst>
          </a:prstGeom>
          <a:solidFill>
            <a:srgbClr val="E6E1D0"/>
          </a:solidFill>
          <a:ln w="0">
            <a:noFill/>
            <a:prstDash val="solid"/>
          </a:ln>
        </p:spPr>
      </p:sp>
      <p:sp>
        <p:nvSpPr>
          <p:cNvPr id="22" name="圆角矩形 21"/>
          <p:cNvSpPr>
            <a:spLocks noGrp="1"/>
          </p:cNvSpPr>
          <p:nvPr/>
        </p:nvSpPr>
        <p:spPr>
          <a:xfrm>
            <a:off x="3090863" y="2883694"/>
            <a:ext cx="369094" cy="369094"/>
          </a:xfrm>
          <a:prstGeom prst="roundRect">
            <a:avLst>
              <a:gd name="adj" fmla="val 30968"/>
            </a:avLst>
          </a:prstGeom>
          <a:solidFill>
            <a:srgbClr val="7294A8"/>
          </a:solidFill>
          <a:ln w="0">
            <a:noFill/>
            <a:prstDash val="solid"/>
          </a:ln>
        </p:spPr>
      </p:sp>
      <p:sp>
        <p:nvSpPr>
          <p:cNvPr id="23" name="圆角矩形 22"/>
          <p:cNvSpPr>
            <a:spLocks noGrp="1"/>
          </p:cNvSpPr>
          <p:nvPr/>
        </p:nvSpPr>
        <p:spPr>
          <a:xfrm>
            <a:off x="3459956" y="2883694"/>
            <a:ext cx="369094" cy="369094"/>
          </a:xfrm>
          <a:prstGeom prst="roundRect">
            <a:avLst>
              <a:gd name="adj" fmla="val 30968"/>
            </a:avLst>
          </a:prstGeom>
          <a:solidFill>
            <a:srgbClr val="E6E1D0"/>
          </a:solidFill>
          <a:ln w="0">
            <a:noFill/>
            <a:prstDash val="solid"/>
          </a:ln>
        </p:spPr>
      </p:sp>
      <p:sp>
        <p:nvSpPr>
          <p:cNvPr id="24" name="圆角矩形 23"/>
          <p:cNvSpPr>
            <a:spLocks noGrp="1"/>
          </p:cNvSpPr>
          <p:nvPr/>
        </p:nvSpPr>
        <p:spPr>
          <a:xfrm>
            <a:off x="876300" y="3252788"/>
            <a:ext cx="369094" cy="369094"/>
          </a:xfrm>
          <a:prstGeom prst="roundRect">
            <a:avLst>
              <a:gd name="adj" fmla="val 30968"/>
            </a:avLst>
          </a:prstGeom>
          <a:solidFill>
            <a:srgbClr val="E6E1D0"/>
          </a:solidFill>
          <a:ln w="0">
            <a:noFill/>
            <a:prstDash val="solid"/>
          </a:ln>
        </p:spPr>
      </p:sp>
      <p:sp>
        <p:nvSpPr>
          <p:cNvPr id="25" name="圆角矩形 24"/>
          <p:cNvSpPr>
            <a:spLocks noGrp="1"/>
          </p:cNvSpPr>
          <p:nvPr/>
        </p:nvSpPr>
        <p:spPr>
          <a:xfrm>
            <a:off x="1245394" y="3252788"/>
            <a:ext cx="369094" cy="369094"/>
          </a:xfrm>
          <a:prstGeom prst="roundRect">
            <a:avLst>
              <a:gd name="adj" fmla="val 30968"/>
            </a:avLst>
          </a:prstGeom>
          <a:solidFill>
            <a:srgbClr val="7294A8"/>
          </a:solidFill>
          <a:ln w="0">
            <a:noFill/>
            <a:prstDash val="solid"/>
          </a:ln>
        </p:spPr>
      </p:sp>
      <p:sp>
        <p:nvSpPr>
          <p:cNvPr id="26" name="圆角矩形 25"/>
          <p:cNvSpPr>
            <a:spLocks noGrp="1"/>
          </p:cNvSpPr>
          <p:nvPr/>
        </p:nvSpPr>
        <p:spPr>
          <a:xfrm>
            <a:off x="1614488" y="3252788"/>
            <a:ext cx="369094" cy="369094"/>
          </a:xfrm>
          <a:prstGeom prst="roundRect">
            <a:avLst>
              <a:gd name="adj" fmla="val 30968"/>
            </a:avLst>
          </a:prstGeom>
          <a:solidFill>
            <a:srgbClr val="E6E1D0"/>
          </a:solidFill>
          <a:ln w="0">
            <a:noFill/>
            <a:prstDash val="solid"/>
          </a:ln>
        </p:spPr>
      </p:sp>
      <p:sp>
        <p:nvSpPr>
          <p:cNvPr id="27" name="圆角矩形 26"/>
          <p:cNvSpPr>
            <a:spLocks noGrp="1"/>
          </p:cNvSpPr>
          <p:nvPr/>
        </p:nvSpPr>
        <p:spPr>
          <a:xfrm>
            <a:off x="1983581" y="3252788"/>
            <a:ext cx="369094" cy="369094"/>
          </a:xfrm>
          <a:prstGeom prst="roundRect">
            <a:avLst>
              <a:gd name="adj" fmla="val 30968"/>
            </a:avLst>
          </a:prstGeom>
          <a:solidFill>
            <a:srgbClr val="7294A8"/>
          </a:solidFill>
          <a:ln w="0">
            <a:noFill/>
            <a:prstDash val="solid"/>
          </a:ln>
        </p:spPr>
      </p:sp>
      <p:sp>
        <p:nvSpPr>
          <p:cNvPr id="28" name="圆角矩形 27"/>
          <p:cNvSpPr>
            <a:spLocks noGrp="1"/>
          </p:cNvSpPr>
          <p:nvPr/>
        </p:nvSpPr>
        <p:spPr>
          <a:xfrm>
            <a:off x="2352675" y="3252788"/>
            <a:ext cx="369094" cy="369094"/>
          </a:xfrm>
          <a:prstGeom prst="roundRect">
            <a:avLst>
              <a:gd name="adj" fmla="val 30968"/>
            </a:avLst>
          </a:prstGeom>
          <a:solidFill>
            <a:srgbClr val="E6E1D0"/>
          </a:solidFill>
          <a:ln w="0">
            <a:noFill/>
            <a:prstDash val="solid"/>
          </a:ln>
        </p:spPr>
      </p:sp>
      <p:sp>
        <p:nvSpPr>
          <p:cNvPr id="29" name="圆角矩形 28"/>
          <p:cNvSpPr>
            <a:spLocks noGrp="1"/>
          </p:cNvSpPr>
          <p:nvPr/>
        </p:nvSpPr>
        <p:spPr>
          <a:xfrm>
            <a:off x="2721769" y="3252788"/>
            <a:ext cx="369094" cy="369094"/>
          </a:xfrm>
          <a:prstGeom prst="roundRect">
            <a:avLst>
              <a:gd name="adj" fmla="val 30968"/>
            </a:avLst>
          </a:prstGeom>
          <a:solidFill>
            <a:srgbClr val="7294A8"/>
          </a:solidFill>
          <a:ln w="0">
            <a:noFill/>
            <a:prstDash val="solid"/>
          </a:ln>
        </p:spPr>
      </p:sp>
      <p:sp>
        <p:nvSpPr>
          <p:cNvPr id="30" name="圆角矩形 29"/>
          <p:cNvSpPr>
            <a:spLocks noGrp="1"/>
          </p:cNvSpPr>
          <p:nvPr/>
        </p:nvSpPr>
        <p:spPr>
          <a:xfrm>
            <a:off x="3090863" y="3252788"/>
            <a:ext cx="369094" cy="369094"/>
          </a:xfrm>
          <a:prstGeom prst="roundRect">
            <a:avLst>
              <a:gd name="adj" fmla="val 30968"/>
            </a:avLst>
          </a:prstGeom>
          <a:solidFill>
            <a:srgbClr val="E6E1D0"/>
          </a:solidFill>
          <a:ln w="0">
            <a:noFill/>
            <a:prstDash val="solid"/>
          </a:ln>
        </p:spPr>
      </p:sp>
      <p:sp>
        <p:nvSpPr>
          <p:cNvPr id="31" name="圆角矩形 30"/>
          <p:cNvSpPr>
            <a:spLocks noGrp="1"/>
          </p:cNvSpPr>
          <p:nvPr/>
        </p:nvSpPr>
        <p:spPr>
          <a:xfrm>
            <a:off x="3459956" y="3252788"/>
            <a:ext cx="369094" cy="369094"/>
          </a:xfrm>
          <a:prstGeom prst="roundRect">
            <a:avLst>
              <a:gd name="adj" fmla="val 30968"/>
            </a:avLst>
          </a:prstGeom>
          <a:solidFill>
            <a:srgbClr val="7294A8"/>
          </a:solidFill>
          <a:ln w="0">
            <a:noFill/>
            <a:prstDash val="solid"/>
          </a:ln>
        </p:spPr>
      </p:sp>
      <p:sp>
        <p:nvSpPr>
          <p:cNvPr id="32" name="圆角矩形 31"/>
          <p:cNvSpPr>
            <a:spLocks noGrp="1"/>
          </p:cNvSpPr>
          <p:nvPr/>
        </p:nvSpPr>
        <p:spPr>
          <a:xfrm>
            <a:off x="876300" y="3621881"/>
            <a:ext cx="369094" cy="369094"/>
          </a:xfrm>
          <a:prstGeom prst="roundRect">
            <a:avLst>
              <a:gd name="adj" fmla="val 30968"/>
            </a:avLst>
          </a:prstGeom>
          <a:solidFill>
            <a:srgbClr val="7294A8"/>
          </a:solidFill>
          <a:ln w="0">
            <a:noFill/>
            <a:prstDash val="solid"/>
          </a:ln>
        </p:spPr>
      </p:sp>
      <p:sp>
        <p:nvSpPr>
          <p:cNvPr id="33" name="圆角矩形 32"/>
          <p:cNvSpPr>
            <a:spLocks noGrp="1"/>
          </p:cNvSpPr>
          <p:nvPr/>
        </p:nvSpPr>
        <p:spPr>
          <a:xfrm>
            <a:off x="1245394" y="3621881"/>
            <a:ext cx="369094" cy="369094"/>
          </a:xfrm>
          <a:prstGeom prst="roundRect">
            <a:avLst>
              <a:gd name="adj" fmla="val 30968"/>
            </a:avLst>
          </a:prstGeom>
          <a:solidFill>
            <a:srgbClr val="E6E1D0"/>
          </a:solidFill>
          <a:ln w="0">
            <a:noFill/>
            <a:prstDash val="solid"/>
          </a:ln>
        </p:spPr>
      </p:sp>
      <p:sp>
        <p:nvSpPr>
          <p:cNvPr id="34" name="圆角矩形 33"/>
          <p:cNvSpPr>
            <a:spLocks noGrp="1"/>
          </p:cNvSpPr>
          <p:nvPr/>
        </p:nvSpPr>
        <p:spPr>
          <a:xfrm>
            <a:off x="1614488" y="3621881"/>
            <a:ext cx="369094" cy="369094"/>
          </a:xfrm>
          <a:prstGeom prst="roundRect">
            <a:avLst>
              <a:gd name="adj" fmla="val 30968"/>
            </a:avLst>
          </a:prstGeom>
          <a:solidFill>
            <a:srgbClr val="7294A8"/>
          </a:solidFill>
          <a:ln w="0">
            <a:noFill/>
            <a:prstDash val="solid"/>
          </a:ln>
        </p:spPr>
      </p:sp>
      <p:sp>
        <p:nvSpPr>
          <p:cNvPr id="35" name="圆角矩形 34"/>
          <p:cNvSpPr>
            <a:spLocks noGrp="1"/>
          </p:cNvSpPr>
          <p:nvPr/>
        </p:nvSpPr>
        <p:spPr>
          <a:xfrm>
            <a:off x="1983581" y="3621881"/>
            <a:ext cx="369094" cy="369094"/>
          </a:xfrm>
          <a:prstGeom prst="roundRect">
            <a:avLst>
              <a:gd name="adj" fmla="val 30968"/>
            </a:avLst>
          </a:prstGeom>
          <a:solidFill>
            <a:srgbClr val="E6E1D0"/>
          </a:solidFill>
          <a:ln w="0">
            <a:noFill/>
            <a:prstDash val="solid"/>
          </a:ln>
        </p:spPr>
      </p:sp>
      <p:sp>
        <p:nvSpPr>
          <p:cNvPr id="36" name="圆角矩形 35"/>
          <p:cNvSpPr>
            <a:spLocks noGrp="1"/>
          </p:cNvSpPr>
          <p:nvPr/>
        </p:nvSpPr>
        <p:spPr>
          <a:xfrm>
            <a:off x="2352675" y="3621881"/>
            <a:ext cx="369094" cy="369094"/>
          </a:xfrm>
          <a:prstGeom prst="roundRect">
            <a:avLst>
              <a:gd name="adj" fmla="val 30968"/>
            </a:avLst>
          </a:prstGeom>
          <a:solidFill>
            <a:srgbClr val="7294A8"/>
          </a:solidFill>
          <a:ln w="0">
            <a:noFill/>
            <a:prstDash val="solid"/>
          </a:ln>
        </p:spPr>
      </p:sp>
      <p:sp>
        <p:nvSpPr>
          <p:cNvPr id="37" name="圆角矩形 36"/>
          <p:cNvSpPr>
            <a:spLocks noGrp="1"/>
          </p:cNvSpPr>
          <p:nvPr/>
        </p:nvSpPr>
        <p:spPr>
          <a:xfrm>
            <a:off x="2721769" y="3621881"/>
            <a:ext cx="369094" cy="369094"/>
          </a:xfrm>
          <a:prstGeom prst="roundRect">
            <a:avLst>
              <a:gd name="adj" fmla="val 30968"/>
            </a:avLst>
          </a:prstGeom>
          <a:solidFill>
            <a:srgbClr val="E6E1D0"/>
          </a:solidFill>
          <a:ln w="0">
            <a:noFill/>
            <a:prstDash val="solid"/>
          </a:ln>
        </p:spPr>
      </p:sp>
      <p:sp>
        <p:nvSpPr>
          <p:cNvPr id="38" name="圆角矩形 37"/>
          <p:cNvSpPr>
            <a:spLocks noGrp="1"/>
          </p:cNvSpPr>
          <p:nvPr/>
        </p:nvSpPr>
        <p:spPr>
          <a:xfrm>
            <a:off x="3090863" y="3621881"/>
            <a:ext cx="369094" cy="369094"/>
          </a:xfrm>
          <a:prstGeom prst="roundRect">
            <a:avLst>
              <a:gd name="adj" fmla="val 30968"/>
            </a:avLst>
          </a:prstGeom>
          <a:solidFill>
            <a:srgbClr val="7294A8"/>
          </a:solidFill>
          <a:ln w="0">
            <a:noFill/>
            <a:prstDash val="solid"/>
          </a:ln>
        </p:spPr>
      </p:sp>
      <p:sp>
        <p:nvSpPr>
          <p:cNvPr id="39" name="圆角矩形 38"/>
          <p:cNvSpPr>
            <a:spLocks noGrp="1"/>
          </p:cNvSpPr>
          <p:nvPr/>
        </p:nvSpPr>
        <p:spPr>
          <a:xfrm>
            <a:off x="3459956" y="3621881"/>
            <a:ext cx="369094" cy="369094"/>
          </a:xfrm>
          <a:prstGeom prst="roundRect">
            <a:avLst>
              <a:gd name="adj" fmla="val 30968"/>
            </a:avLst>
          </a:prstGeom>
          <a:solidFill>
            <a:srgbClr val="E6E1D0"/>
          </a:solidFill>
          <a:ln w="0">
            <a:noFill/>
            <a:prstDash val="solid"/>
          </a:ln>
        </p:spPr>
      </p:sp>
      <p:sp>
        <p:nvSpPr>
          <p:cNvPr id="40" name="圆角矩形 39"/>
          <p:cNvSpPr>
            <a:spLocks noGrp="1"/>
          </p:cNvSpPr>
          <p:nvPr/>
        </p:nvSpPr>
        <p:spPr>
          <a:xfrm>
            <a:off x="876300" y="3990975"/>
            <a:ext cx="369094" cy="369094"/>
          </a:xfrm>
          <a:prstGeom prst="roundRect">
            <a:avLst>
              <a:gd name="adj" fmla="val 30968"/>
            </a:avLst>
          </a:prstGeom>
          <a:solidFill>
            <a:srgbClr val="E6E1D0"/>
          </a:solidFill>
          <a:ln w="0">
            <a:noFill/>
            <a:prstDash val="solid"/>
          </a:ln>
        </p:spPr>
      </p:sp>
      <p:sp>
        <p:nvSpPr>
          <p:cNvPr id="41" name="圆角矩形 40"/>
          <p:cNvSpPr>
            <a:spLocks noGrp="1"/>
          </p:cNvSpPr>
          <p:nvPr/>
        </p:nvSpPr>
        <p:spPr>
          <a:xfrm>
            <a:off x="1245394" y="3990975"/>
            <a:ext cx="369094" cy="369094"/>
          </a:xfrm>
          <a:prstGeom prst="roundRect">
            <a:avLst>
              <a:gd name="adj" fmla="val 30968"/>
            </a:avLst>
          </a:prstGeom>
          <a:solidFill>
            <a:srgbClr val="7294A8"/>
          </a:solidFill>
          <a:ln w="0">
            <a:noFill/>
            <a:prstDash val="solid"/>
          </a:ln>
        </p:spPr>
      </p:sp>
      <p:sp>
        <p:nvSpPr>
          <p:cNvPr id="42" name="圆角矩形 41"/>
          <p:cNvSpPr>
            <a:spLocks noGrp="1"/>
          </p:cNvSpPr>
          <p:nvPr/>
        </p:nvSpPr>
        <p:spPr>
          <a:xfrm>
            <a:off x="1614488" y="3990975"/>
            <a:ext cx="369094" cy="369094"/>
          </a:xfrm>
          <a:prstGeom prst="roundRect">
            <a:avLst>
              <a:gd name="adj" fmla="val 30968"/>
            </a:avLst>
          </a:prstGeom>
          <a:solidFill>
            <a:srgbClr val="E6E1D0"/>
          </a:solidFill>
          <a:ln w="0">
            <a:noFill/>
            <a:prstDash val="solid"/>
          </a:ln>
        </p:spPr>
      </p:sp>
      <p:sp>
        <p:nvSpPr>
          <p:cNvPr id="43" name="圆角矩形 42"/>
          <p:cNvSpPr>
            <a:spLocks noGrp="1"/>
          </p:cNvSpPr>
          <p:nvPr/>
        </p:nvSpPr>
        <p:spPr>
          <a:xfrm>
            <a:off x="1983581" y="3990975"/>
            <a:ext cx="369094" cy="369094"/>
          </a:xfrm>
          <a:prstGeom prst="roundRect">
            <a:avLst>
              <a:gd name="adj" fmla="val 30968"/>
            </a:avLst>
          </a:prstGeom>
          <a:solidFill>
            <a:srgbClr val="7294A8"/>
          </a:solidFill>
          <a:ln w="0">
            <a:noFill/>
            <a:prstDash val="solid"/>
          </a:ln>
        </p:spPr>
      </p:sp>
      <p:sp>
        <p:nvSpPr>
          <p:cNvPr id="44" name="圆角矩形 43"/>
          <p:cNvSpPr>
            <a:spLocks noGrp="1"/>
          </p:cNvSpPr>
          <p:nvPr/>
        </p:nvSpPr>
        <p:spPr>
          <a:xfrm>
            <a:off x="2352675" y="3990975"/>
            <a:ext cx="369094" cy="369094"/>
          </a:xfrm>
          <a:prstGeom prst="roundRect">
            <a:avLst>
              <a:gd name="adj" fmla="val 30968"/>
            </a:avLst>
          </a:prstGeom>
          <a:solidFill>
            <a:srgbClr val="E6E1D0"/>
          </a:solidFill>
          <a:ln w="0">
            <a:noFill/>
            <a:prstDash val="solid"/>
          </a:ln>
        </p:spPr>
      </p:sp>
      <p:sp>
        <p:nvSpPr>
          <p:cNvPr id="45" name="圆角矩形 44"/>
          <p:cNvSpPr>
            <a:spLocks noGrp="1"/>
          </p:cNvSpPr>
          <p:nvPr/>
        </p:nvSpPr>
        <p:spPr>
          <a:xfrm>
            <a:off x="2721769" y="3990975"/>
            <a:ext cx="369094" cy="369094"/>
          </a:xfrm>
          <a:prstGeom prst="roundRect">
            <a:avLst>
              <a:gd name="adj" fmla="val 30968"/>
            </a:avLst>
          </a:prstGeom>
          <a:solidFill>
            <a:srgbClr val="7294A8"/>
          </a:solidFill>
          <a:ln w="0">
            <a:noFill/>
            <a:prstDash val="solid"/>
          </a:ln>
        </p:spPr>
      </p:sp>
      <p:sp>
        <p:nvSpPr>
          <p:cNvPr id="46" name="圆角矩形 45"/>
          <p:cNvSpPr>
            <a:spLocks noGrp="1"/>
          </p:cNvSpPr>
          <p:nvPr/>
        </p:nvSpPr>
        <p:spPr>
          <a:xfrm>
            <a:off x="3090863" y="3990975"/>
            <a:ext cx="369094" cy="369094"/>
          </a:xfrm>
          <a:prstGeom prst="roundRect">
            <a:avLst>
              <a:gd name="adj" fmla="val 30968"/>
            </a:avLst>
          </a:prstGeom>
          <a:solidFill>
            <a:srgbClr val="E6E1D0"/>
          </a:solidFill>
          <a:ln w="0">
            <a:noFill/>
            <a:prstDash val="solid"/>
          </a:ln>
        </p:spPr>
      </p:sp>
      <p:sp>
        <p:nvSpPr>
          <p:cNvPr id="47" name="圆角矩形 46"/>
          <p:cNvSpPr>
            <a:spLocks noGrp="1"/>
          </p:cNvSpPr>
          <p:nvPr/>
        </p:nvSpPr>
        <p:spPr>
          <a:xfrm>
            <a:off x="3459956" y="3990975"/>
            <a:ext cx="369094" cy="369094"/>
          </a:xfrm>
          <a:prstGeom prst="roundRect">
            <a:avLst>
              <a:gd name="adj" fmla="val 30968"/>
            </a:avLst>
          </a:prstGeom>
          <a:solidFill>
            <a:srgbClr val="7294A8"/>
          </a:solidFill>
          <a:ln w="0">
            <a:noFill/>
            <a:prstDash val="solid"/>
          </a:ln>
        </p:spPr>
      </p:sp>
      <p:sp>
        <p:nvSpPr>
          <p:cNvPr id="48" name="圆角矩形 47"/>
          <p:cNvSpPr>
            <a:spLocks noGrp="1"/>
          </p:cNvSpPr>
          <p:nvPr/>
        </p:nvSpPr>
        <p:spPr>
          <a:xfrm>
            <a:off x="876300" y="4360069"/>
            <a:ext cx="369094" cy="369094"/>
          </a:xfrm>
          <a:prstGeom prst="roundRect">
            <a:avLst>
              <a:gd name="adj" fmla="val 30968"/>
            </a:avLst>
          </a:prstGeom>
          <a:solidFill>
            <a:srgbClr val="7294A8"/>
          </a:solidFill>
          <a:ln w="0">
            <a:noFill/>
            <a:prstDash val="solid"/>
          </a:ln>
        </p:spPr>
      </p:sp>
      <p:sp>
        <p:nvSpPr>
          <p:cNvPr id="49" name="圆角矩形 48"/>
          <p:cNvSpPr>
            <a:spLocks noGrp="1"/>
          </p:cNvSpPr>
          <p:nvPr/>
        </p:nvSpPr>
        <p:spPr>
          <a:xfrm>
            <a:off x="1245394" y="4360069"/>
            <a:ext cx="369094" cy="369094"/>
          </a:xfrm>
          <a:prstGeom prst="roundRect">
            <a:avLst>
              <a:gd name="adj" fmla="val 30968"/>
            </a:avLst>
          </a:prstGeom>
          <a:solidFill>
            <a:srgbClr val="E6E1D0"/>
          </a:solidFill>
          <a:ln w="0">
            <a:noFill/>
            <a:prstDash val="solid"/>
          </a:ln>
        </p:spPr>
      </p:sp>
      <p:sp>
        <p:nvSpPr>
          <p:cNvPr id="50" name="圆角矩形 49"/>
          <p:cNvSpPr>
            <a:spLocks noGrp="1"/>
          </p:cNvSpPr>
          <p:nvPr/>
        </p:nvSpPr>
        <p:spPr>
          <a:xfrm>
            <a:off x="1614488" y="4360069"/>
            <a:ext cx="369094" cy="369094"/>
          </a:xfrm>
          <a:prstGeom prst="roundRect">
            <a:avLst>
              <a:gd name="adj" fmla="val 30968"/>
            </a:avLst>
          </a:prstGeom>
          <a:solidFill>
            <a:srgbClr val="7294A8"/>
          </a:solidFill>
          <a:ln w="0">
            <a:noFill/>
            <a:prstDash val="solid"/>
          </a:ln>
        </p:spPr>
      </p:sp>
      <p:sp>
        <p:nvSpPr>
          <p:cNvPr id="51" name="圆角矩形 50"/>
          <p:cNvSpPr>
            <a:spLocks noGrp="1"/>
          </p:cNvSpPr>
          <p:nvPr/>
        </p:nvSpPr>
        <p:spPr>
          <a:xfrm>
            <a:off x="1983581" y="4360069"/>
            <a:ext cx="369094" cy="369094"/>
          </a:xfrm>
          <a:prstGeom prst="roundRect">
            <a:avLst>
              <a:gd name="adj" fmla="val 30968"/>
            </a:avLst>
          </a:prstGeom>
          <a:solidFill>
            <a:srgbClr val="E6E1D0"/>
          </a:solidFill>
          <a:ln w="0">
            <a:noFill/>
            <a:prstDash val="solid"/>
          </a:ln>
        </p:spPr>
      </p:sp>
      <p:sp>
        <p:nvSpPr>
          <p:cNvPr id="52" name="圆角矩形 51"/>
          <p:cNvSpPr>
            <a:spLocks noGrp="1"/>
          </p:cNvSpPr>
          <p:nvPr/>
        </p:nvSpPr>
        <p:spPr>
          <a:xfrm>
            <a:off x="2352675" y="4360069"/>
            <a:ext cx="369094" cy="369094"/>
          </a:xfrm>
          <a:prstGeom prst="roundRect">
            <a:avLst>
              <a:gd name="adj" fmla="val 30968"/>
            </a:avLst>
          </a:prstGeom>
          <a:solidFill>
            <a:srgbClr val="7294A8"/>
          </a:solidFill>
          <a:ln w="0">
            <a:noFill/>
            <a:prstDash val="solid"/>
          </a:ln>
        </p:spPr>
      </p:sp>
      <p:sp>
        <p:nvSpPr>
          <p:cNvPr id="53" name="圆角矩形 52"/>
          <p:cNvSpPr>
            <a:spLocks noGrp="1"/>
          </p:cNvSpPr>
          <p:nvPr/>
        </p:nvSpPr>
        <p:spPr>
          <a:xfrm>
            <a:off x="2721769" y="4360069"/>
            <a:ext cx="369094" cy="369094"/>
          </a:xfrm>
          <a:prstGeom prst="roundRect">
            <a:avLst>
              <a:gd name="adj" fmla="val 30968"/>
            </a:avLst>
          </a:prstGeom>
          <a:solidFill>
            <a:srgbClr val="E6E1D0"/>
          </a:solidFill>
          <a:ln w="0">
            <a:noFill/>
            <a:prstDash val="solid"/>
          </a:ln>
        </p:spPr>
      </p:sp>
      <p:sp>
        <p:nvSpPr>
          <p:cNvPr id="54" name="圆角矩形 53"/>
          <p:cNvSpPr>
            <a:spLocks noGrp="1"/>
          </p:cNvSpPr>
          <p:nvPr/>
        </p:nvSpPr>
        <p:spPr>
          <a:xfrm>
            <a:off x="3090863" y="4360069"/>
            <a:ext cx="369094" cy="369094"/>
          </a:xfrm>
          <a:prstGeom prst="roundRect">
            <a:avLst>
              <a:gd name="adj" fmla="val 30968"/>
            </a:avLst>
          </a:prstGeom>
          <a:solidFill>
            <a:srgbClr val="7294A8"/>
          </a:solidFill>
          <a:ln w="0">
            <a:noFill/>
            <a:prstDash val="solid"/>
          </a:ln>
        </p:spPr>
      </p:sp>
      <p:sp>
        <p:nvSpPr>
          <p:cNvPr id="55" name="圆角矩形 54"/>
          <p:cNvSpPr>
            <a:spLocks noGrp="1"/>
          </p:cNvSpPr>
          <p:nvPr/>
        </p:nvSpPr>
        <p:spPr>
          <a:xfrm>
            <a:off x="3459956" y="4360069"/>
            <a:ext cx="369094" cy="369094"/>
          </a:xfrm>
          <a:prstGeom prst="roundRect">
            <a:avLst>
              <a:gd name="adj" fmla="val 30968"/>
            </a:avLst>
          </a:prstGeom>
          <a:solidFill>
            <a:srgbClr val="E6E1D0"/>
          </a:solidFill>
          <a:ln w="0">
            <a:noFill/>
            <a:prstDash val="solid"/>
          </a:ln>
        </p:spPr>
      </p:sp>
      <p:sp>
        <p:nvSpPr>
          <p:cNvPr id="56" name="圆角矩形 55"/>
          <p:cNvSpPr>
            <a:spLocks noGrp="1"/>
          </p:cNvSpPr>
          <p:nvPr/>
        </p:nvSpPr>
        <p:spPr>
          <a:xfrm>
            <a:off x="876300" y="4729163"/>
            <a:ext cx="369094" cy="369094"/>
          </a:xfrm>
          <a:prstGeom prst="roundRect">
            <a:avLst>
              <a:gd name="adj" fmla="val 30968"/>
            </a:avLst>
          </a:prstGeom>
          <a:solidFill>
            <a:srgbClr val="E6E1D0"/>
          </a:solidFill>
          <a:ln w="0">
            <a:noFill/>
            <a:prstDash val="solid"/>
          </a:ln>
        </p:spPr>
      </p:sp>
      <p:sp>
        <p:nvSpPr>
          <p:cNvPr id="57" name="圆角矩形 56"/>
          <p:cNvSpPr>
            <a:spLocks noGrp="1"/>
          </p:cNvSpPr>
          <p:nvPr/>
        </p:nvSpPr>
        <p:spPr>
          <a:xfrm>
            <a:off x="1245394" y="4729163"/>
            <a:ext cx="369094" cy="369094"/>
          </a:xfrm>
          <a:prstGeom prst="roundRect">
            <a:avLst>
              <a:gd name="adj" fmla="val 30968"/>
            </a:avLst>
          </a:prstGeom>
          <a:solidFill>
            <a:srgbClr val="7294A8"/>
          </a:solidFill>
          <a:ln w="0">
            <a:noFill/>
            <a:prstDash val="solid"/>
          </a:ln>
        </p:spPr>
      </p:sp>
      <p:sp>
        <p:nvSpPr>
          <p:cNvPr id="58" name="圆角矩形 57"/>
          <p:cNvSpPr>
            <a:spLocks noGrp="1"/>
          </p:cNvSpPr>
          <p:nvPr/>
        </p:nvSpPr>
        <p:spPr>
          <a:xfrm>
            <a:off x="1614488" y="4729163"/>
            <a:ext cx="369094" cy="369094"/>
          </a:xfrm>
          <a:prstGeom prst="roundRect">
            <a:avLst>
              <a:gd name="adj" fmla="val 30968"/>
            </a:avLst>
          </a:prstGeom>
          <a:solidFill>
            <a:srgbClr val="E6E1D0"/>
          </a:solidFill>
          <a:ln w="0">
            <a:noFill/>
            <a:prstDash val="solid"/>
          </a:ln>
        </p:spPr>
      </p:sp>
      <p:sp>
        <p:nvSpPr>
          <p:cNvPr id="59" name="圆角矩形 58"/>
          <p:cNvSpPr>
            <a:spLocks noGrp="1"/>
          </p:cNvSpPr>
          <p:nvPr/>
        </p:nvSpPr>
        <p:spPr>
          <a:xfrm>
            <a:off x="1983581" y="4729163"/>
            <a:ext cx="369094" cy="369094"/>
          </a:xfrm>
          <a:prstGeom prst="roundRect">
            <a:avLst>
              <a:gd name="adj" fmla="val 30968"/>
            </a:avLst>
          </a:prstGeom>
          <a:solidFill>
            <a:srgbClr val="7294A8"/>
          </a:solidFill>
          <a:ln w="0">
            <a:noFill/>
            <a:prstDash val="solid"/>
          </a:ln>
        </p:spPr>
      </p:sp>
      <p:sp>
        <p:nvSpPr>
          <p:cNvPr id="60" name="圆角矩形 59"/>
          <p:cNvSpPr>
            <a:spLocks noGrp="1"/>
          </p:cNvSpPr>
          <p:nvPr/>
        </p:nvSpPr>
        <p:spPr>
          <a:xfrm>
            <a:off x="2352675" y="4729163"/>
            <a:ext cx="369094" cy="369094"/>
          </a:xfrm>
          <a:prstGeom prst="roundRect">
            <a:avLst>
              <a:gd name="adj" fmla="val 30968"/>
            </a:avLst>
          </a:prstGeom>
          <a:solidFill>
            <a:srgbClr val="E6E1D0"/>
          </a:solidFill>
          <a:ln w="0">
            <a:noFill/>
            <a:prstDash val="solid"/>
          </a:ln>
        </p:spPr>
      </p:sp>
      <p:sp>
        <p:nvSpPr>
          <p:cNvPr id="61" name="圆角矩形 60"/>
          <p:cNvSpPr>
            <a:spLocks noGrp="1"/>
          </p:cNvSpPr>
          <p:nvPr/>
        </p:nvSpPr>
        <p:spPr>
          <a:xfrm>
            <a:off x="2721769" y="4729163"/>
            <a:ext cx="369094" cy="369094"/>
          </a:xfrm>
          <a:prstGeom prst="roundRect">
            <a:avLst>
              <a:gd name="adj" fmla="val 30968"/>
            </a:avLst>
          </a:prstGeom>
          <a:solidFill>
            <a:srgbClr val="7294A8"/>
          </a:solidFill>
          <a:ln w="0">
            <a:noFill/>
            <a:prstDash val="solid"/>
          </a:ln>
        </p:spPr>
      </p:sp>
      <p:sp>
        <p:nvSpPr>
          <p:cNvPr id="62" name="圆角矩形 61"/>
          <p:cNvSpPr>
            <a:spLocks noGrp="1"/>
          </p:cNvSpPr>
          <p:nvPr/>
        </p:nvSpPr>
        <p:spPr>
          <a:xfrm>
            <a:off x="3090863" y="4729163"/>
            <a:ext cx="369094" cy="369094"/>
          </a:xfrm>
          <a:prstGeom prst="roundRect">
            <a:avLst>
              <a:gd name="adj" fmla="val 30968"/>
            </a:avLst>
          </a:prstGeom>
          <a:solidFill>
            <a:srgbClr val="E6E1D0"/>
          </a:solidFill>
          <a:ln w="0">
            <a:noFill/>
            <a:prstDash val="solid"/>
          </a:ln>
        </p:spPr>
      </p:sp>
      <p:sp>
        <p:nvSpPr>
          <p:cNvPr id="63" name="圆角矩形 62"/>
          <p:cNvSpPr>
            <a:spLocks noGrp="1"/>
          </p:cNvSpPr>
          <p:nvPr/>
        </p:nvSpPr>
        <p:spPr>
          <a:xfrm>
            <a:off x="3459956" y="4729163"/>
            <a:ext cx="369094" cy="369094"/>
          </a:xfrm>
          <a:prstGeom prst="roundRect">
            <a:avLst>
              <a:gd name="adj" fmla="val 30968"/>
            </a:avLst>
          </a:prstGeom>
          <a:solidFill>
            <a:srgbClr val="7294A8"/>
          </a:solidFill>
          <a:ln w="0">
            <a:noFill/>
            <a:prstDash val="solid"/>
          </a:ln>
        </p:spPr>
      </p:sp>
      <p:sp>
        <p:nvSpPr>
          <p:cNvPr id="64" name="圆角矩形 63"/>
          <p:cNvSpPr>
            <a:spLocks noGrp="1"/>
          </p:cNvSpPr>
          <p:nvPr/>
        </p:nvSpPr>
        <p:spPr>
          <a:xfrm>
            <a:off x="876300" y="5098256"/>
            <a:ext cx="369094" cy="369094"/>
          </a:xfrm>
          <a:prstGeom prst="roundRect">
            <a:avLst>
              <a:gd name="adj" fmla="val 30968"/>
            </a:avLst>
          </a:prstGeom>
          <a:solidFill>
            <a:srgbClr val="7294A8"/>
          </a:solidFill>
          <a:ln w="0">
            <a:noFill/>
            <a:prstDash val="solid"/>
          </a:ln>
        </p:spPr>
      </p:sp>
      <p:sp>
        <p:nvSpPr>
          <p:cNvPr id="65" name="圆角矩形 64"/>
          <p:cNvSpPr>
            <a:spLocks noGrp="1"/>
          </p:cNvSpPr>
          <p:nvPr/>
        </p:nvSpPr>
        <p:spPr>
          <a:xfrm>
            <a:off x="1245394" y="5098256"/>
            <a:ext cx="369094" cy="369094"/>
          </a:xfrm>
          <a:prstGeom prst="roundRect">
            <a:avLst>
              <a:gd name="adj" fmla="val 30968"/>
            </a:avLst>
          </a:prstGeom>
          <a:solidFill>
            <a:srgbClr val="E6E1D0"/>
          </a:solidFill>
          <a:ln w="0">
            <a:noFill/>
            <a:prstDash val="solid"/>
          </a:ln>
        </p:spPr>
      </p:sp>
      <p:sp>
        <p:nvSpPr>
          <p:cNvPr id="66" name="圆角矩形 65"/>
          <p:cNvSpPr>
            <a:spLocks noGrp="1"/>
          </p:cNvSpPr>
          <p:nvPr/>
        </p:nvSpPr>
        <p:spPr>
          <a:xfrm>
            <a:off x="1614488" y="5098256"/>
            <a:ext cx="369094" cy="369094"/>
          </a:xfrm>
          <a:prstGeom prst="roundRect">
            <a:avLst>
              <a:gd name="adj" fmla="val 30968"/>
            </a:avLst>
          </a:prstGeom>
          <a:solidFill>
            <a:srgbClr val="7294A8"/>
          </a:solidFill>
          <a:ln w="0">
            <a:noFill/>
            <a:prstDash val="solid"/>
          </a:ln>
        </p:spPr>
      </p:sp>
      <p:sp>
        <p:nvSpPr>
          <p:cNvPr id="67" name="圆角矩形 66"/>
          <p:cNvSpPr>
            <a:spLocks noGrp="1"/>
          </p:cNvSpPr>
          <p:nvPr/>
        </p:nvSpPr>
        <p:spPr>
          <a:xfrm>
            <a:off x="1983581" y="5098256"/>
            <a:ext cx="369094" cy="369094"/>
          </a:xfrm>
          <a:prstGeom prst="roundRect">
            <a:avLst>
              <a:gd name="adj" fmla="val 30968"/>
            </a:avLst>
          </a:prstGeom>
          <a:solidFill>
            <a:srgbClr val="E6E1D0"/>
          </a:solidFill>
          <a:ln w="0">
            <a:noFill/>
            <a:prstDash val="solid"/>
          </a:ln>
        </p:spPr>
      </p:sp>
      <p:sp>
        <p:nvSpPr>
          <p:cNvPr id="68" name="圆角矩形 67"/>
          <p:cNvSpPr>
            <a:spLocks noGrp="1"/>
          </p:cNvSpPr>
          <p:nvPr/>
        </p:nvSpPr>
        <p:spPr>
          <a:xfrm>
            <a:off x="2352675" y="5098256"/>
            <a:ext cx="369094" cy="369094"/>
          </a:xfrm>
          <a:prstGeom prst="roundRect">
            <a:avLst>
              <a:gd name="adj" fmla="val 30968"/>
            </a:avLst>
          </a:prstGeom>
          <a:solidFill>
            <a:srgbClr val="7294A8"/>
          </a:solidFill>
          <a:ln w="0">
            <a:noFill/>
            <a:prstDash val="solid"/>
          </a:ln>
        </p:spPr>
      </p:sp>
      <p:sp>
        <p:nvSpPr>
          <p:cNvPr id="69" name="圆角矩形 68"/>
          <p:cNvSpPr>
            <a:spLocks noGrp="1"/>
          </p:cNvSpPr>
          <p:nvPr/>
        </p:nvSpPr>
        <p:spPr>
          <a:xfrm>
            <a:off x="2721769" y="5098256"/>
            <a:ext cx="369094" cy="369094"/>
          </a:xfrm>
          <a:prstGeom prst="roundRect">
            <a:avLst>
              <a:gd name="adj" fmla="val 30968"/>
            </a:avLst>
          </a:prstGeom>
          <a:solidFill>
            <a:srgbClr val="E6E1D0"/>
          </a:solidFill>
          <a:ln w="0">
            <a:noFill/>
            <a:prstDash val="solid"/>
          </a:ln>
        </p:spPr>
      </p:sp>
      <p:sp>
        <p:nvSpPr>
          <p:cNvPr id="70" name="圆角矩形 69"/>
          <p:cNvSpPr>
            <a:spLocks noGrp="1"/>
          </p:cNvSpPr>
          <p:nvPr/>
        </p:nvSpPr>
        <p:spPr>
          <a:xfrm>
            <a:off x="3090863" y="5098256"/>
            <a:ext cx="369094" cy="369094"/>
          </a:xfrm>
          <a:prstGeom prst="roundRect">
            <a:avLst>
              <a:gd name="adj" fmla="val 30968"/>
            </a:avLst>
          </a:prstGeom>
          <a:solidFill>
            <a:srgbClr val="7294A8"/>
          </a:solidFill>
          <a:ln w="0">
            <a:noFill/>
            <a:prstDash val="solid"/>
          </a:ln>
        </p:spPr>
      </p:sp>
      <p:sp>
        <p:nvSpPr>
          <p:cNvPr id="71" name="圆角矩形 70"/>
          <p:cNvSpPr>
            <a:spLocks noGrp="1"/>
          </p:cNvSpPr>
          <p:nvPr/>
        </p:nvSpPr>
        <p:spPr>
          <a:xfrm>
            <a:off x="3459956" y="5098256"/>
            <a:ext cx="369094" cy="369094"/>
          </a:xfrm>
          <a:prstGeom prst="roundRect">
            <a:avLst>
              <a:gd name="adj" fmla="val 30968"/>
            </a:avLst>
          </a:prstGeom>
          <a:solidFill>
            <a:srgbClr val="E6E1D0"/>
          </a:solidFill>
          <a:ln w="0">
            <a:noFill/>
            <a:prstDash val="solid"/>
          </a:ln>
        </p:spPr>
      </p:sp>
      <p:sp>
        <p:nvSpPr>
          <p:cNvPr id="72" name="矩形 71"/>
          <p:cNvSpPr>
            <a:spLocks noGrp="1"/>
          </p:cNvSpPr>
          <p:nvPr/>
        </p:nvSpPr>
        <p:spPr>
          <a:xfrm>
            <a:off x="923925" y="2543175"/>
            <a:ext cx="2857500" cy="3690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♜ ♞ ♝ ♛ ♚ ♝ ♞ ♜</a:t>
            </a:r>
            <a:endParaRPr sz="1875" b="1">
              <a:solidFill>
                <a:srgbClr val="10253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3" name="矩形 72"/>
          <p:cNvSpPr>
            <a:spLocks noGrp="1"/>
          </p:cNvSpPr>
          <p:nvPr/>
        </p:nvSpPr>
        <p:spPr>
          <a:xfrm>
            <a:off x="923925" y="2912269"/>
            <a:ext cx="2857500" cy="3690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♟ ♟ ♟ ♟ ♟ ♟ ♟ ♟</a:t>
            </a:r>
            <a:endParaRPr sz="1800" b="1">
              <a:solidFill>
                <a:srgbClr val="10253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4" name="矩形 73"/>
          <p:cNvSpPr>
            <a:spLocks noGrp="1"/>
          </p:cNvSpPr>
          <p:nvPr/>
        </p:nvSpPr>
        <p:spPr>
          <a:xfrm>
            <a:off x="923925" y="4757738"/>
            <a:ext cx="2857500" cy="3690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♙ ♙ ♙ ♙ ♙ ♙ ♙ ♙</a:t>
            </a:r>
            <a:endParaRPr sz="18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5" name="矩形 74"/>
          <p:cNvSpPr>
            <a:spLocks noGrp="1"/>
          </p:cNvSpPr>
          <p:nvPr/>
        </p:nvSpPr>
        <p:spPr>
          <a:xfrm>
            <a:off x="923925" y="5126831"/>
            <a:ext cx="2857500" cy="3690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♖ ♘ ♗ ♕ ♔ ♗ ♘ ♖</a:t>
            </a:r>
            <a:endParaRPr sz="1875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6" name="矩形 75"/>
          <p:cNvSpPr>
            <a:spLocks noGrp="1"/>
          </p:cNvSpPr>
          <p:nvPr/>
        </p:nvSpPr>
        <p:spPr>
          <a:xfrm>
            <a:off x="4171950" y="2571750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白方走 · 找到最佳着法</a:t>
            </a:r>
            <a:endParaRPr sz="1875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7" name="矩形 76"/>
          <p:cNvSpPr>
            <a:spLocks noGrp="1"/>
          </p:cNvSpPr>
          <p:nvPr/>
        </p:nvSpPr>
        <p:spPr>
          <a:xfrm>
            <a:off x="4171950" y="3048000"/>
            <a:ext cx="3238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9657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96579"/>
                </a:solidFill>
                <a:latin typeface="Aptos"/>
                <a:ea typeface="Aptos"/>
                <a:cs typeface="Aptos"/>
              </a:rPr>
              <a:t>提示：先观察对方国王周围的防守子力。</a:t>
            </a:r>
            <a:endParaRPr sz="1425" b="0">
              <a:solidFill>
                <a:srgbClr val="59657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8" name="圆角矩形 77"/>
          <p:cNvSpPr>
            <a:spLocks noGrp="1"/>
          </p:cNvSpPr>
          <p:nvPr/>
        </p:nvSpPr>
        <p:spPr>
          <a:xfrm>
            <a:off x="4171950" y="3886200"/>
            <a:ext cx="1381125" cy="476250"/>
          </a:xfrm>
          <a:prstGeom prst="roundRect">
            <a:avLst>
              <a:gd name="adj" fmla="val 24000"/>
            </a:avLst>
          </a:prstGeom>
          <a:solidFill>
            <a:srgbClr val="2F80ED"/>
          </a:solidFill>
          <a:ln w="0">
            <a:noFill/>
            <a:prstDash val="solid"/>
          </a:ln>
        </p:spPr>
      </p:sp>
      <p:sp>
        <p:nvSpPr>
          <p:cNvPr id="79" name="矩形 78"/>
          <p:cNvSpPr>
            <a:spLocks noGrp="1"/>
          </p:cNvSpPr>
          <p:nvPr/>
        </p:nvSpPr>
        <p:spPr>
          <a:xfrm>
            <a:off x="4295775" y="4000500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提交答案</a:t>
            </a:r>
            <a:endParaRPr sz="13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0" name="圆角矩形 79"/>
          <p:cNvSpPr>
            <a:spLocks noGrp="1"/>
          </p:cNvSpPr>
          <p:nvPr/>
        </p:nvSpPr>
        <p:spPr>
          <a:xfrm>
            <a:off x="5734050" y="3886200"/>
            <a:ext cx="1381125" cy="476250"/>
          </a:xfrm>
          <a:prstGeom prst="roundRect">
            <a:avLst>
              <a:gd name="adj" fmla="val 24000"/>
            </a:avLst>
          </a:prstGeom>
          <a:solidFill>
            <a:srgbClr val="F2B84B"/>
          </a:solidFill>
          <a:ln w="0">
            <a:noFill/>
            <a:prstDash val="solid"/>
          </a:ln>
        </p:spPr>
      </p:sp>
      <p:sp>
        <p:nvSpPr>
          <p:cNvPr id="81" name="矩形 80"/>
          <p:cNvSpPr>
            <a:spLocks noGrp="1"/>
          </p:cNvSpPr>
          <p:nvPr/>
        </p:nvSpPr>
        <p:spPr>
          <a:xfrm>
            <a:off x="5857875" y="4000500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AI 讲解</a:t>
            </a:r>
            <a:endParaRPr sz="1350" b="1">
              <a:solidFill>
                <a:srgbClr val="10253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2" name="圆角矩形 81"/>
          <p:cNvSpPr>
            <a:spLocks noGrp="1"/>
          </p:cNvSpPr>
          <p:nvPr/>
        </p:nvSpPr>
        <p:spPr>
          <a:xfrm>
            <a:off x="8572500" y="2114550"/>
            <a:ext cx="2857500" cy="3486150"/>
          </a:xfrm>
          <a:prstGeom prst="roundRect">
            <a:avLst>
              <a:gd name="adj" fmla="val 4000"/>
            </a:avLst>
          </a:prstGeom>
          <a:solidFill>
            <a:srgbClr val="F7F4EC"/>
          </a:solidFill>
          <a:ln w="0">
            <a:noFill/>
            <a:prstDash val="solid"/>
          </a:ln>
        </p:spPr>
      </p:sp>
      <p:sp>
        <p:nvSpPr>
          <p:cNvPr id="83" name="矩形 82"/>
          <p:cNvSpPr>
            <a:spLocks noGrp="1"/>
          </p:cNvSpPr>
          <p:nvPr/>
        </p:nvSpPr>
        <p:spPr>
          <a:xfrm>
            <a:off x="8839200" y="2409825"/>
            <a:ext cx="2343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AI 不只说“错了”</a:t>
            </a:r>
            <a:endParaRPr sz="1875" b="1">
              <a:solidFill>
                <a:srgbClr val="10253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4" name="矩形 83"/>
          <p:cNvSpPr>
            <a:spLocks noGrp="1"/>
          </p:cNvSpPr>
          <p:nvPr/>
        </p:nvSpPr>
        <p:spPr>
          <a:xfrm>
            <a:off x="8839200" y="2952750"/>
            <a:ext cx="228600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① 思路</a:t>
            </a:r>
            <a:endParaRPr sz="1425" b="0">
              <a:solidFill>
                <a:srgbClr val="172033"/>
              </a:solidFill>
              <a:latin typeface="Aptos"/>
              <a:ea typeface="Aptos"/>
              <a:cs typeface="Aptos"/>
            </a:endParaRPr>
          </a:p>
          <a:p>
            <a:pPr algn="l">
              <a:defRPr sz="14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先找将军与强制着法</a:t>
            </a:r>
            <a:endParaRPr sz="1425" b="0">
              <a:solidFill>
                <a:srgbClr val="172033"/>
              </a:solidFill>
              <a:latin typeface="Aptos"/>
              <a:ea typeface="Aptos"/>
              <a:cs typeface="Aptos"/>
            </a:endParaRPr>
          </a:p>
          <a:p>
            <a:endParaRPr sz="1425"/>
          </a:p>
          <a:p>
            <a:pPr algn="l">
              <a:defRPr sz="14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② 关键点</a:t>
            </a:r>
            <a:endParaRPr sz="1425" b="0">
              <a:solidFill>
                <a:srgbClr val="172033"/>
              </a:solidFill>
              <a:latin typeface="Aptos"/>
              <a:ea typeface="Aptos"/>
              <a:cs typeface="Aptos"/>
            </a:endParaRPr>
          </a:p>
          <a:p>
            <a:pPr algn="l">
              <a:defRPr sz="14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这个棋子像被钉在原地</a:t>
            </a:r>
            <a:endParaRPr sz="1425" b="0">
              <a:solidFill>
                <a:srgbClr val="172033"/>
              </a:solidFill>
              <a:latin typeface="Aptos"/>
              <a:ea typeface="Aptos"/>
              <a:cs typeface="Aptos"/>
            </a:endParaRPr>
          </a:p>
          <a:p>
            <a:endParaRPr sz="1425"/>
          </a:p>
          <a:p>
            <a:pPr algn="l">
              <a:defRPr sz="14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③ 常见误区</a:t>
            </a:r>
            <a:endParaRPr sz="1425" b="0">
              <a:solidFill>
                <a:srgbClr val="172033"/>
              </a:solidFill>
              <a:latin typeface="Aptos"/>
              <a:ea typeface="Aptos"/>
              <a:cs typeface="Aptos"/>
            </a:endParaRPr>
          </a:p>
          <a:p>
            <a:pPr algn="l">
              <a:defRPr sz="14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不要只看眼前吃子</a:t>
            </a:r>
            <a:endParaRPr sz="1425" b="0">
              <a:solidFill>
                <a:srgbClr val="172033"/>
              </a:solidFill>
              <a:latin typeface="Aptos"/>
              <a:ea typeface="Aptos"/>
              <a:cs typeface="Aptos"/>
            </a:endParaRPr>
          </a:p>
          <a:p>
            <a:endParaRPr sz="1425"/>
          </a:p>
          <a:p>
            <a:pPr algn="l">
              <a:defRPr sz="14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④ 下一步</a:t>
            </a:r>
            <a:endParaRPr sz="1425" b="0">
              <a:solidFill>
                <a:srgbClr val="172033"/>
              </a:solidFill>
              <a:latin typeface="Aptos"/>
              <a:ea typeface="Aptos"/>
              <a:cs typeface="Aptos"/>
            </a:endParaRPr>
          </a:p>
          <a:p>
            <a:pPr algn="l">
              <a:defRPr sz="14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再做一道同主题题目</a:t>
            </a:r>
            <a:endParaRPr sz="1425" b="0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5" name="矩形 84"/>
          <p:cNvSpPr>
            <a:spLocks noGrp="1"/>
          </p:cNvSpPr>
          <p:nvPr/>
        </p:nvSpPr>
        <p:spPr>
          <a:xfrm>
            <a:off x="11334750" y="641985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9657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96579"/>
                </a:solidFill>
                <a:latin typeface="Aptos"/>
                <a:ea typeface="Aptos"/>
                <a:cs typeface="Aptos"/>
              </a:rPr>
              <a:t>04</a:t>
            </a:r>
            <a:endParaRPr sz="1050" b="1">
              <a:solidFill>
                <a:srgbClr val="596579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8" name="矩形 87"/>
          <p:cNvSpPr>
            <a:spLocks noGrp="1"/>
          </p:cNvSpPr>
          <p:nvPr/>
        </p:nvSpPr>
        <p:spPr>
          <a:xfrm>
            <a:off x="609600" y="400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80ED"/>
                </a:solidFill>
                <a:latin typeface="Aptos"/>
                <a:ea typeface="Aptos"/>
                <a:cs typeface="Aptos"/>
              </a:rPr>
              <a:t>LIVE DEMO</a:t>
            </a:r>
            <a:endParaRPr sz="1050" b="1">
              <a:solidFill>
                <a:srgbClr val="2F80E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742950"/>
            <a:ext cx="10953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实机演示：Stockfish 给出走法，LLM 解释原因</a:t>
            </a:r>
            <a:endParaRPr sz="285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428750"/>
            <a:ext cx="10668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9657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96579"/>
                </a:solidFill>
                <a:latin typeface="Aptos"/>
                <a:ea typeface="Aptos"/>
                <a:cs typeface="Aptos"/>
              </a:rPr>
              <a:t>录屏建议：进入 AI 对弈，调难度，点击“走法建议”，展示返回结果。</a:t>
            </a:r>
            <a:endParaRPr sz="1500" b="0">
              <a:solidFill>
                <a:srgbClr val="59657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609600" y="2000250"/>
            <a:ext cx="7334250" cy="3962400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9525">
            <a:solidFill>
              <a:srgbClr val="D9E1EA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609600" y="2000250"/>
            <a:ext cx="7334250" cy="361950"/>
          </a:xfrm>
          <a:prstGeom prst="roundRect">
            <a:avLst>
              <a:gd name="adj" fmla="val 31579"/>
            </a:avLst>
          </a:prstGeom>
          <a:solidFill>
            <a:srgbClr val="10253F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762000" y="2076450"/>
            <a:ext cx="857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DDE6E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DE6EF"/>
                </a:solidFill>
                <a:latin typeface="Aptos"/>
                <a:ea typeface="Aptos"/>
                <a:cs typeface="Aptos"/>
              </a:rPr>
              <a:t>●  ●  ●</a:t>
            </a:r>
            <a:endParaRPr sz="1050" b="0">
              <a:solidFill>
                <a:srgbClr val="DDE6E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752600" y="2076450"/>
            <a:ext cx="6000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AI 对弈 / 走法建议</a:t>
            </a:r>
            <a:endParaRPr sz="975" b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76300" y="2524125"/>
            <a:ext cx="357188" cy="357188"/>
          </a:xfrm>
          <a:prstGeom prst="roundRect">
            <a:avLst>
              <a:gd name="adj" fmla="val 32000"/>
            </a:avLst>
          </a:prstGeom>
          <a:solidFill>
            <a:srgbClr val="E6E1D0"/>
          </a:solidFill>
          <a:ln w="0">
            <a:noFill/>
            <a:prstDash val="solid"/>
          </a:ln>
        </p:spPr>
      </p:sp>
      <p:sp>
        <p:nvSpPr>
          <p:cNvPr id="9" name="圆角矩形 8"/>
          <p:cNvSpPr>
            <a:spLocks noGrp="1"/>
          </p:cNvSpPr>
          <p:nvPr/>
        </p:nvSpPr>
        <p:spPr>
          <a:xfrm>
            <a:off x="1233488" y="2524125"/>
            <a:ext cx="357188" cy="357188"/>
          </a:xfrm>
          <a:prstGeom prst="roundRect">
            <a:avLst>
              <a:gd name="adj" fmla="val 32000"/>
            </a:avLst>
          </a:prstGeom>
          <a:solidFill>
            <a:srgbClr val="7294A8"/>
          </a:solidFill>
          <a:ln w="0">
            <a:noFill/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1590675" y="2524125"/>
            <a:ext cx="357188" cy="357188"/>
          </a:xfrm>
          <a:prstGeom prst="roundRect">
            <a:avLst>
              <a:gd name="adj" fmla="val 32000"/>
            </a:avLst>
          </a:prstGeom>
          <a:solidFill>
            <a:srgbClr val="E6E1D0"/>
          </a:solidFill>
          <a:ln w="0">
            <a:noFill/>
            <a:prstDash val="solid"/>
          </a:ln>
        </p:spPr>
      </p:sp>
      <p:sp>
        <p:nvSpPr>
          <p:cNvPr id="11" name="圆角矩形 10"/>
          <p:cNvSpPr>
            <a:spLocks noGrp="1"/>
          </p:cNvSpPr>
          <p:nvPr/>
        </p:nvSpPr>
        <p:spPr>
          <a:xfrm>
            <a:off x="1947863" y="2524125"/>
            <a:ext cx="357188" cy="357188"/>
          </a:xfrm>
          <a:prstGeom prst="roundRect">
            <a:avLst>
              <a:gd name="adj" fmla="val 32000"/>
            </a:avLst>
          </a:prstGeom>
          <a:solidFill>
            <a:srgbClr val="7294A8"/>
          </a:solidFill>
          <a:ln w="0">
            <a:noFill/>
            <a:prstDash val="solid"/>
          </a:ln>
        </p:spPr>
      </p:sp>
      <p:sp>
        <p:nvSpPr>
          <p:cNvPr id="12" name="圆角矩形 11"/>
          <p:cNvSpPr>
            <a:spLocks noGrp="1"/>
          </p:cNvSpPr>
          <p:nvPr/>
        </p:nvSpPr>
        <p:spPr>
          <a:xfrm>
            <a:off x="2305050" y="2524125"/>
            <a:ext cx="357188" cy="357188"/>
          </a:xfrm>
          <a:prstGeom prst="roundRect">
            <a:avLst>
              <a:gd name="adj" fmla="val 32000"/>
            </a:avLst>
          </a:prstGeom>
          <a:solidFill>
            <a:srgbClr val="E6E1D0"/>
          </a:solidFill>
          <a:ln w="0">
            <a:noFill/>
            <a:prstDash val="solid"/>
          </a:ln>
        </p:spPr>
      </p:sp>
      <p:sp>
        <p:nvSpPr>
          <p:cNvPr id="13" name="圆角矩形 12"/>
          <p:cNvSpPr>
            <a:spLocks noGrp="1"/>
          </p:cNvSpPr>
          <p:nvPr/>
        </p:nvSpPr>
        <p:spPr>
          <a:xfrm>
            <a:off x="2662238" y="2524125"/>
            <a:ext cx="357188" cy="357188"/>
          </a:xfrm>
          <a:prstGeom prst="roundRect">
            <a:avLst>
              <a:gd name="adj" fmla="val 32000"/>
            </a:avLst>
          </a:prstGeom>
          <a:solidFill>
            <a:srgbClr val="7294A8"/>
          </a:solidFill>
          <a:ln w="0">
            <a:noFill/>
            <a:prstDash val="solid"/>
          </a:ln>
        </p:spPr>
      </p:sp>
      <p:sp>
        <p:nvSpPr>
          <p:cNvPr id="14" name="圆角矩形 13"/>
          <p:cNvSpPr>
            <a:spLocks noGrp="1"/>
          </p:cNvSpPr>
          <p:nvPr/>
        </p:nvSpPr>
        <p:spPr>
          <a:xfrm>
            <a:off x="3019425" y="2524125"/>
            <a:ext cx="357188" cy="357188"/>
          </a:xfrm>
          <a:prstGeom prst="roundRect">
            <a:avLst>
              <a:gd name="adj" fmla="val 32000"/>
            </a:avLst>
          </a:prstGeom>
          <a:solidFill>
            <a:srgbClr val="E6E1D0"/>
          </a:solidFill>
          <a:ln w="0">
            <a:noFill/>
            <a:prstDash val="solid"/>
          </a:ln>
        </p:spPr>
      </p:sp>
      <p:sp>
        <p:nvSpPr>
          <p:cNvPr id="15" name="圆角矩形 14"/>
          <p:cNvSpPr>
            <a:spLocks noGrp="1"/>
          </p:cNvSpPr>
          <p:nvPr/>
        </p:nvSpPr>
        <p:spPr>
          <a:xfrm>
            <a:off x="3376613" y="2524125"/>
            <a:ext cx="357188" cy="357188"/>
          </a:xfrm>
          <a:prstGeom prst="roundRect">
            <a:avLst>
              <a:gd name="adj" fmla="val 32000"/>
            </a:avLst>
          </a:prstGeom>
          <a:solidFill>
            <a:srgbClr val="7294A8"/>
          </a:solidFill>
          <a:ln w="0">
            <a:noFill/>
            <a:prstDash val="solid"/>
          </a:ln>
        </p:spPr>
      </p:sp>
      <p:sp>
        <p:nvSpPr>
          <p:cNvPr id="16" name="圆角矩形 15"/>
          <p:cNvSpPr>
            <a:spLocks noGrp="1"/>
          </p:cNvSpPr>
          <p:nvPr/>
        </p:nvSpPr>
        <p:spPr>
          <a:xfrm>
            <a:off x="876300" y="2881313"/>
            <a:ext cx="357188" cy="357188"/>
          </a:xfrm>
          <a:prstGeom prst="roundRect">
            <a:avLst>
              <a:gd name="adj" fmla="val 32000"/>
            </a:avLst>
          </a:prstGeom>
          <a:solidFill>
            <a:srgbClr val="7294A8"/>
          </a:solidFill>
          <a:ln w="0">
            <a:noFill/>
            <a:prstDash val="solid"/>
          </a:ln>
        </p:spPr>
      </p:sp>
      <p:sp>
        <p:nvSpPr>
          <p:cNvPr id="17" name="圆角矩形 16"/>
          <p:cNvSpPr>
            <a:spLocks noGrp="1"/>
          </p:cNvSpPr>
          <p:nvPr/>
        </p:nvSpPr>
        <p:spPr>
          <a:xfrm>
            <a:off x="1233488" y="2881313"/>
            <a:ext cx="357188" cy="357188"/>
          </a:xfrm>
          <a:prstGeom prst="roundRect">
            <a:avLst>
              <a:gd name="adj" fmla="val 32000"/>
            </a:avLst>
          </a:prstGeom>
          <a:solidFill>
            <a:srgbClr val="E6E1D0"/>
          </a:solidFill>
          <a:ln w="0">
            <a:noFill/>
            <a:prstDash val="solid"/>
          </a:ln>
        </p:spPr>
      </p:sp>
      <p:sp>
        <p:nvSpPr>
          <p:cNvPr id="18" name="圆角矩形 17"/>
          <p:cNvSpPr>
            <a:spLocks noGrp="1"/>
          </p:cNvSpPr>
          <p:nvPr/>
        </p:nvSpPr>
        <p:spPr>
          <a:xfrm>
            <a:off x="1590675" y="2881313"/>
            <a:ext cx="357188" cy="357188"/>
          </a:xfrm>
          <a:prstGeom prst="roundRect">
            <a:avLst>
              <a:gd name="adj" fmla="val 32000"/>
            </a:avLst>
          </a:prstGeom>
          <a:solidFill>
            <a:srgbClr val="7294A8"/>
          </a:solidFill>
          <a:ln w="0">
            <a:noFill/>
            <a:prstDash val="solid"/>
          </a:ln>
        </p:spPr>
      </p:sp>
      <p:sp>
        <p:nvSpPr>
          <p:cNvPr id="19" name="圆角矩形 18"/>
          <p:cNvSpPr>
            <a:spLocks noGrp="1"/>
          </p:cNvSpPr>
          <p:nvPr/>
        </p:nvSpPr>
        <p:spPr>
          <a:xfrm>
            <a:off x="1947863" y="2881313"/>
            <a:ext cx="357188" cy="357188"/>
          </a:xfrm>
          <a:prstGeom prst="roundRect">
            <a:avLst>
              <a:gd name="adj" fmla="val 32000"/>
            </a:avLst>
          </a:prstGeom>
          <a:solidFill>
            <a:srgbClr val="E6E1D0"/>
          </a:solidFill>
          <a:ln w="0">
            <a:noFill/>
            <a:prstDash val="solid"/>
          </a:ln>
        </p:spPr>
      </p:sp>
      <p:sp>
        <p:nvSpPr>
          <p:cNvPr id="20" name="圆角矩形 19"/>
          <p:cNvSpPr>
            <a:spLocks noGrp="1"/>
          </p:cNvSpPr>
          <p:nvPr/>
        </p:nvSpPr>
        <p:spPr>
          <a:xfrm>
            <a:off x="2305050" y="2881313"/>
            <a:ext cx="357188" cy="357188"/>
          </a:xfrm>
          <a:prstGeom prst="roundRect">
            <a:avLst>
              <a:gd name="adj" fmla="val 32000"/>
            </a:avLst>
          </a:prstGeom>
          <a:solidFill>
            <a:srgbClr val="7294A8"/>
          </a:solidFill>
          <a:ln w="0">
            <a:noFill/>
            <a:prstDash val="solid"/>
          </a:ln>
        </p:spPr>
      </p:sp>
      <p:sp>
        <p:nvSpPr>
          <p:cNvPr id="21" name="圆角矩形 20"/>
          <p:cNvSpPr>
            <a:spLocks noGrp="1"/>
          </p:cNvSpPr>
          <p:nvPr/>
        </p:nvSpPr>
        <p:spPr>
          <a:xfrm>
            <a:off x="2662238" y="2881313"/>
            <a:ext cx="357188" cy="357188"/>
          </a:xfrm>
          <a:prstGeom prst="roundRect">
            <a:avLst>
              <a:gd name="adj" fmla="val 32000"/>
            </a:avLst>
          </a:prstGeom>
          <a:solidFill>
            <a:srgbClr val="E6E1D0"/>
          </a:solidFill>
          <a:ln w="0">
            <a:noFill/>
            <a:prstDash val="solid"/>
          </a:ln>
        </p:spPr>
      </p:sp>
      <p:sp>
        <p:nvSpPr>
          <p:cNvPr id="22" name="圆角矩形 21"/>
          <p:cNvSpPr>
            <a:spLocks noGrp="1"/>
          </p:cNvSpPr>
          <p:nvPr/>
        </p:nvSpPr>
        <p:spPr>
          <a:xfrm>
            <a:off x="3019425" y="2881313"/>
            <a:ext cx="357188" cy="357188"/>
          </a:xfrm>
          <a:prstGeom prst="roundRect">
            <a:avLst>
              <a:gd name="adj" fmla="val 32000"/>
            </a:avLst>
          </a:prstGeom>
          <a:solidFill>
            <a:srgbClr val="7294A8"/>
          </a:solidFill>
          <a:ln w="0">
            <a:noFill/>
            <a:prstDash val="solid"/>
          </a:ln>
        </p:spPr>
      </p:sp>
      <p:sp>
        <p:nvSpPr>
          <p:cNvPr id="23" name="圆角矩形 22"/>
          <p:cNvSpPr>
            <a:spLocks noGrp="1"/>
          </p:cNvSpPr>
          <p:nvPr/>
        </p:nvSpPr>
        <p:spPr>
          <a:xfrm>
            <a:off x="3376613" y="2881313"/>
            <a:ext cx="357188" cy="357188"/>
          </a:xfrm>
          <a:prstGeom prst="roundRect">
            <a:avLst>
              <a:gd name="adj" fmla="val 32000"/>
            </a:avLst>
          </a:prstGeom>
          <a:solidFill>
            <a:srgbClr val="E6E1D0"/>
          </a:solidFill>
          <a:ln w="0">
            <a:noFill/>
            <a:prstDash val="solid"/>
          </a:ln>
        </p:spPr>
      </p:sp>
      <p:sp>
        <p:nvSpPr>
          <p:cNvPr id="24" name="圆角矩形 23"/>
          <p:cNvSpPr>
            <a:spLocks noGrp="1"/>
          </p:cNvSpPr>
          <p:nvPr/>
        </p:nvSpPr>
        <p:spPr>
          <a:xfrm>
            <a:off x="876300" y="3238500"/>
            <a:ext cx="357188" cy="357188"/>
          </a:xfrm>
          <a:prstGeom prst="roundRect">
            <a:avLst>
              <a:gd name="adj" fmla="val 32000"/>
            </a:avLst>
          </a:prstGeom>
          <a:solidFill>
            <a:srgbClr val="E6E1D0"/>
          </a:solidFill>
          <a:ln w="0">
            <a:noFill/>
            <a:prstDash val="solid"/>
          </a:ln>
        </p:spPr>
      </p:sp>
      <p:sp>
        <p:nvSpPr>
          <p:cNvPr id="25" name="圆角矩形 24"/>
          <p:cNvSpPr>
            <a:spLocks noGrp="1"/>
          </p:cNvSpPr>
          <p:nvPr/>
        </p:nvSpPr>
        <p:spPr>
          <a:xfrm>
            <a:off x="1233488" y="3238500"/>
            <a:ext cx="357188" cy="357188"/>
          </a:xfrm>
          <a:prstGeom prst="roundRect">
            <a:avLst>
              <a:gd name="adj" fmla="val 32000"/>
            </a:avLst>
          </a:prstGeom>
          <a:solidFill>
            <a:srgbClr val="7294A8"/>
          </a:solidFill>
          <a:ln w="0">
            <a:noFill/>
            <a:prstDash val="solid"/>
          </a:ln>
        </p:spPr>
      </p:sp>
      <p:sp>
        <p:nvSpPr>
          <p:cNvPr id="26" name="圆角矩形 25"/>
          <p:cNvSpPr>
            <a:spLocks noGrp="1"/>
          </p:cNvSpPr>
          <p:nvPr/>
        </p:nvSpPr>
        <p:spPr>
          <a:xfrm>
            <a:off x="1590675" y="3238500"/>
            <a:ext cx="357188" cy="357188"/>
          </a:xfrm>
          <a:prstGeom prst="roundRect">
            <a:avLst>
              <a:gd name="adj" fmla="val 32000"/>
            </a:avLst>
          </a:prstGeom>
          <a:solidFill>
            <a:srgbClr val="E6E1D0"/>
          </a:solidFill>
          <a:ln w="0">
            <a:noFill/>
            <a:prstDash val="solid"/>
          </a:ln>
        </p:spPr>
      </p:sp>
      <p:sp>
        <p:nvSpPr>
          <p:cNvPr id="27" name="圆角矩形 26"/>
          <p:cNvSpPr>
            <a:spLocks noGrp="1"/>
          </p:cNvSpPr>
          <p:nvPr/>
        </p:nvSpPr>
        <p:spPr>
          <a:xfrm>
            <a:off x="1947863" y="3238500"/>
            <a:ext cx="357188" cy="357188"/>
          </a:xfrm>
          <a:prstGeom prst="roundRect">
            <a:avLst>
              <a:gd name="adj" fmla="val 32000"/>
            </a:avLst>
          </a:prstGeom>
          <a:solidFill>
            <a:srgbClr val="7294A8"/>
          </a:solidFill>
          <a:ln w="0">
            <a:noFill/>
            <a:prstDash val="solid"/>
          </a:ln>
        </p:spPr>
      </p:sp>
      <p:sp>
        <p:nvSpPr>
          <p:cNvPr id="28" name="圆角矩形 27"/>
          <p:cNvSpPr>
            <a:spLocks noGrp="1"/>
          </p:cNvSpPr>
          <p:nvPr/>
        </p:nvSpPr>
        <p:spPr>
          <a:xfrm>
            <a:off x="2305050" y="3238500"/>
            <a:ext cx="357188" cy="357188"/>
          </a:xfrm>
          <a:prstGeom prst="roundRect">
            <a:avLst>
              <a:gd name="adj" fmla="val 32000"/>
            </a:avLst>
          </a:prstGeom>
          <a:solidFill>
            <a:srgbClr val="E6E1D0"/>
          </a:solidFill>
          <a:ln w="0">
            <a:noFill/>
            <a:prstDash val="solid"/>
          </a:ln>
        </p:spPr>
      </p:sp>
      <p:sp>
        <p:nvSpPr>
          <p:cNvPr id="29" name="圆角矩形 28"/>
          <p:cNvSpPr>
            <a:spLocks noGrp="1"/>
          </p:cNvSpPr>
          <p:nvPr/>
        </p:nvSpPr>
        <p:spPr>
          <a:xfrm>
            <a:off x="2662238" y="3238500"/>
            <a:ext cx="357188" cy="357188"/>
          </a:xfrm>
          <a:prstGeom prst="roundRect">
            <a:avLst>
              <a:gd name="adj" fmla="val 32000"/>
            </a:avLst>
          </a:prstGeom>
          <a:solidFill>
            <a:srgbClr val="7294A8"/>
          </a:solidFill>
          <a:ln w="0">
            <a:noFill/>
            <a:prstDash val="solid"/>
          </a:ln>
        </p:spPr>
      </p:sp>
      <p:sp>
        <p:nvSpPr>
          <p:cNvPr id="30" name="圆角矩形 29"/>
          <p:cNvSpPr>
            <a:spLocks noGrp="1"/>
          </p:cNvSpPr>
          <p:nvPr/>
        </p:nvSpPr>
        <p:spPr>
          <a:xfrm>
            <a:off x="3019425" y="3238500"/>
            <a:ext cx="357188" cy="357188"/>
          </a:xfrm>
          <a:prstGeom prst="roundRect">
            <a:avLst>
              <a:gd name="adj" fmla="val 32000"/>
            </a:avLst>
          </a:prstGeom>
          <a:solidFill>
            <a:srgbClr val="E6E1D0"/>
          </a:solidFill>
          <a:ln w="0">
            <a:noFill/>
            <a:prstDash val="solid"/>
          </a:ln>
        </p:spPr>
      </p:sp>
      <p:sp>
        <p:nvSpPr>
          <p:cNvPr id="31" name="圆角矩形 30"/>
          <p:cNvSpPr>
            <a:spLocks noGrp="1"/>
          </p:cNvSpPr>
          <p:nvPr/>
        </p:nvSpPr>
        <p:spPr>
          <a:xfrm>
            <a:off x="3376613" y="3238500"/>
            <a:ext cx="357188" cy="357188"/>
          </a:xfrm>
          <a:prstGeom prst="roundRect">
            <a:avLst>
              <a:gd name="adj" fmla="val 32000"/>
            </a:avLst>
          </a:prstGeom>
          <a:solidFill>
            <a:srgbClr val="7294A8"/>
          </a:solidFill>
          <a:ln w="0">
            <a:noFill/>
            <a:prstDash val="solid"/>
          </a:ln>
        </p:spPr>
      </p:sp>
      <p:sp>
        <p:nvSpPr>
          <p:cNvPr id="32" name="圆角矩形 31"/>
          <p:cNvSpPr>
            <a:spLocks noGrp="1"/>
          </p:cNvSpPr>
          <p:nvPr/>
        </p:nvSpPr>
        <p:spPr>
          <a:xfrm>
            <a:off x="876300" y="3595688"/>
            <a:ext cx="357188" cy="357188"/>
          </a:xfrm>
          <a:prstGeom prst="roundRect">
            <a:avLst>
              <a:gd name="adj" fmla="val 32000"/>
            </a:avLst>
          </a:prstGeom>
          <a:solidFill>
            <a:srgbClr val="7294A8"/>
          </a:solidFill>
          <a:ln w="0">
            <a:noFill/>
            <a:prstDash val="solid"/>
          </a:ln>
        </p:spPr>
      </p:sp>
      <p:sp>
        <p:nvSpPr>
          <p:cNvPr id="33" name="圆角矩形 32"/>
          <p:cNvSpPr>
            <a:spLocks noGrp="1"/>
          </p:cNvSpPr>
          <p:nvPr/>
        </p:nvSpPr>
        <p:spPr>
          <a:xfrm>
            <a:off x="1233488" y="3595688"/>
            <a:ext cx="357188" cy="357188"/>
          </a:xfrm>
          <a:prstGeom prst="roundRect">
            <a:avLst>
              <a:gd name="adj" fmla="val 32000"/>
            </a:avLst>
          </a:prstGeom>
          <a:solidFill>
            <a:srgbClr val="E6E1D0"/>
          </a:solidFill>
          <a:ln w="0">
            <a:noFill/>
            <a:prstDash val="solid"/>
          </a:ln>
        </p:spPr>
      </p:sp>
      <p:sp>
        <p:nvSpPr>
          <p:cNvPr id="34" name="圆角矩形 33"/>
          <p:cNvSpPr>
            <a:spLocks noGrp="1"/>
          </p:cNvSpPr>
          <p:nvPr/>
        </p:nvSpPr>
        <p:spPr>
          <a:xfrm>
            <a:off x="1590675" y="3595688"/>
            <a:ext cx="357188" cy="357188"/>
          </a:xfrm>
          <a:prstGeom prst="roundRect">
            <a:avLst>
              <a:gd name="adj" fmla="val 32000"/>
            </a:avLst>
          </a:prstGeom>
          <a:solidFill>
            <a:srgbClr val="7294A8"/>
          </a:solidFill>
          <a:ln w="0">
            <a:noFill/>
            <a:prstDash val="solid"/>
          </a:ln>
        </p:spPr>
      </p:sp>
      <p:sp>
        <p:nvSpPr>
          <p:cNvPr id="35" name="圆角矩形 34"/>
          <p:cNvSpPr>
            <a:spLocks noGrp="1"/>
          </p:cNvSpPr>
          <p:nvPr/>
        </p:nvSpPr>
        <p:spPr>
          <a:xfrm>
            <a:off x="1947863" y="3595688"/>
            <a:ext cx="357188" cy="357188"/>
          </a:xfrm>
          <a:prstGeom prst="roundRect">
            <a:avLst>
              <a:gd name="adj" fmla="val 32000"/>
            </a:avLst>
          </a:prstGeom>
          <a:solidFill>
            <a:srgbClr val="E6E1D0"/>
          </a:solidFill>
          <a:ln w="0">
            <a:noFill/>
            <a:prstDash val="solid"/>
          </a:ln>
        </p:spPr>
      </p:sp>
      <p:sp>
        <p:nvSpPr>
          <p:cNvPr id="36" name="圆角矩形 35"/>
          <p:cNvSpPr>
            <a:spLocks noGrp="1"/>
          </p:cNvSpPr>
          <p:nvPr/>
        </p:nvSpPr>
        <p:spPr>
          <a:xfrm>
            <a:off x="2305050" y="3595688"/>
            <a:ext cx="357188" cy="357188"/>
          </a:xfrm>
          <a:prstGeom prst="roundRect">
            <a:avLst>
              <a:gd name="adj" fmla="val 32000"/>
            </a:avLst>
          </a:prstGeom>
          <a:solidFill>
            <a:srgbClr val="7294A8"/>
          </a:solidFill>
          <a:ln w="0">
            <a:noFill/>
            <a:prstDash val="solid"/>
          </a:ln>
        </p:spPr>
      </p:sp>
      <p:sp>
        <p:nvSpPr>
          <p:cNvPr id="37" name="圆角矩形 36"/>
          <p:cNvSpPr>
            <a:spLocks noGrp="1"/>
          </p:cNvSpPr>
          <p:nvPr/>
        </p:nvSpPr>
        <p:spPr>
          <a:xfrm>
            <a:off x="2662238" y="3595688"/>
            <a:ext cx="357188" cy="357188"/>
          </a:xfrm>
          <a:prstGeom prst="roundRect">
            <a:avLst>
              <a:gd name="adj" fmla="val 32000"/>
            </a:avLst>
          </a:prstGeom>
          <a:solidFill>
            <a:srgbClr val="E6E1D0"/>
          </a:solidFill>
          <a:ln w="0">
            <a:noFill/>
            <a:prstDash val="solid"/>
          </a:ln>
        </p:spPr>
      </p:sp>
      <p:sp>
        <p:nvSpPr>
          <p:cNvPr id="38" name="圆角矩形 37"/>
          <p:cNvSpPr>
            <a:spLocks noGrp="1"/>
          </p:cNvSpPr>
          <p:nvPr/>
        </p:nvSpPr>
        <p:spPr>
          <a:xfrm>
            <a:off x="3019425" y="3595688"/>
            <a:ext cx="357188" cy="357188"/>
          </a:xfrm>
          <a:prstGeom prst="roundRect">
            <a:avLst>
              <a:gd name="adj" fmla="val 32000"/>
            </a:avLst>
          </a:prstGeom>
          <a:solidFill>
            <a:srgbClr val="7294A8"/>
          </a:solidFill>
          <a:ln w="0">
            <a:noFill/>
            <a:prstDash val="solid"/>
          </a:ln>
        </p:spPr>
      </p:sp>
      <p:sp>
        <p:nvSpPr>
          <p:cNvPr id="39" name="圆角矩形 38"/>
          <p:cNvSpPr>
            <a:spLocks noGrp="1"/>
          </p:cNvSpPr>
          <p:nvPr/>
        </p:nvSpPr>
        <p:spPr>
          <a:xfrm>
            <a:off x="3376613" y="3595688"/>
            <a:ext cx="357188" cy="357188"/>
          </a:xfrm>
          <a:prstGeom prst="roundRect">
            <a:avLst>
              <a:gd name="adj" fmla="val 32000"/>
            </a:avLst>
          </a:prstGeom>
          <a:solidFill>
            <a:srgbClr val="E6E1D0"/>
          </a:solidFill>
          <a:ln w="0">
            <a:noFill/>
            <a:prstDash val="solid"/>
          </a:ln>
        </p:spPr>
      </p:sp>
      <p:sp>
        <p:nvSpPr>
          <p:cNvPr id="40" name="圆角矩形 39"/>
          <p:cNvSpPr>
            <a:spLocks noGrp="1"/>
          </p:cNvSpPr>
          <p:nvPr/>
        </p:nvSpPr>
        <p:spPr>
          <a:xfrm>
            <a:off x="876300" y="3952875"/>
            <a:ext cx="357188" cy="357188"/>
          </a:xfrm>
          <a:prstGeom prst="roundRect">
            <a:avLst>
              <a:gd name="adj" fmla="val 32000"/>
            </a:avLst>
          </a:prstGeom>
          <a:solidFill>
            <a:srgbClr val="E6E1D0"/>
          </a:solidFill>
          <a:ln w="0">
            <a:noFill/>
            <a:prstDash val="solid"/>
          </a:ln>
        </p:spPr>
      </p:sp>
      <p:sp>
        <p:nvSpPr>
          <p:cNvPr id="41" name="圆角矩形 40"/>
          <p:cNvSpPr>
            <a:spLocks noGrp="1"/>
          </p:cNvSpPr>
          <p:nvPr/>
        </p:nvSpPr>
        <p:spPr>
          <a:xfrm>
            <a:off x="1233488" y="3952875"/>
            <a:ext cx="357188" cy="357188"/>
          </a:xfrm>
          <a:prstGeom prst="roundRect">
            <a:avLst>
              <a:gd name="adj" fmla="val 32000"/>
            </a:avLst>
          </a:prstGeom>
          <a:solidFill>
            <a:srgbClr val="7294A8"/>
          </a:solidFill>
          <a:ln w="0">
            <a:noFill/>
            <a:prstDash val="solid"/>
          </a:ln>
        </p:spPr>
      </p:sp>
      <p:sp>
        <p:nvSpPr>
          <p:cNvPr id="42" name="圆角矩形 41"/>
          <p:cNvSpPr>
            <a:spLocks noGrp="1"/>
          </p:cNvSpPr>
          <p:nvPr/>
        </p:nvSpPr>
        <p:spPr>
          <a:xfrm>
            <a:off x="1590675" y="3952875"/>
            <a:ext cx="357188" cy="357188"/>
          </a:xfrm>
          <a:prstGeom prst="roundRect">
            <a:avLst>
              <a:gd name="adj" fmla="val 32000"/>
            </a:avLst>
          </a:prstGeom>
          <a:solidFill>
            <a:srgbClr val="E6E1D0"/>
          </a:solidFill>
          <a:ln w="0">
            <a:noFill/>
            <a:prstDash val="solid"/>
          </a:ln>
        </p:spPr>
      </p:sp>
      <p:sp>
        <p:nvSpPr>
          <p:cNvPr id="43" name="圆角矩形 42"/>
          <p:cNvSpPr>
            <a:spLocks noGrp="1"/>
          </p:cNvSpPr>
          <p:nvPr/>
        </p:nvSpPr>
        <p:spPr>
          <a:xfrm>
            <a:off x="1947863" y="3952875"/>
            <a:ext cx="357188" cy="357188"/>
          </a:xfrm>
          <a:prstGeom prst="roundRect">
            <a:avLst>
              <a:gd name="adj" fmla="val 32000"/>
            </a:avLst>
          </a:prstGeom>
          <a:solidFill>
            <a:srgbClr val="7294A8"/>
          </a:solidFill>
          <a:ln w="0">
            <a:noFill/>
            <a:prstDash val="solid"/>
          </a:ln>
        </p:spPr>
      </p:sp>
      <p:sp>
        <p:nvSpPr>
          <p:cNvPr id="44" name="圆角矩形 43"/>
          <p:cNvSpPr>
            <a:spLocks noGrp="1"/>
          </p:cNvSpPr>
          <p:nvPr/>
        </p:nvSpPr>
        <p:spPr>
          <a:xfrm>
            <a:off x="2305050" y="3952875"/>
            <a:ext cx="357188" cy="357188"/>
          </a:xfrm>
          <a:prstGeom prst="roundRect">
            <a:avLst>
              <a:gd name="adj" fmla="val 32000"/>
            </a:avLst>
          </a:prstGeom>
          <a:solidFill>
            <a:srgbClr val="E6E1D0"/>
          </a:solidFill>
          <a:ln w="0">
            <a:noFill/>
            <a:prstDash val="solid"/>
          </a:ln>
        </p:spPr>
      </p:sp>
      <p:sp>
        <p:nvSpPr>
          <p:cNvPr id="45" name="圆角矩形 44"/>
          <p:cNvSpPr>
            <a:spLocks noGrp="1"/>
          </p:cNvSpPr>
          <p:nvPr/>
        </p:nvSpPr>
        <p:spPr>
          <a:xfrm>
            <a:off x="2662238" y="3952875"/>
            <a:ext cx="357188" cy="357188"/>
          </a:xfrm>
          <a:prstGeom prst="roundRect">
            <a:avLst>
              <a:gd name="adj" fmla="val 32000"/>
            </a:avLst>
          </a:prstGeom>
          <a:solidFill>
            <a:srgbClr val="7294A8"/>
          </a:solidFill>
          <a:ln w="0">
            <a:noFill/>
            <a:prstDash val="solid"/>
          </a:ln>
        </p:spPr>
      </p:sp>
      <p:sp>
        <p:nvSpPr>
          <p:cNvPr id="46" name="圆角矩形 45"/>
          <p:cNvSpPr>
            <a:spLocks noGrp="1"/>
          </p:cNvSpPr>
          <p:nvPr/>
        </p:nvSpPr>
        <p:spPr>
          <a:xfrm>
            <a:off x="3019425" y="3952875"/>
            <a:ext cx="357188" cy="357188"/>
          </a:xfrm>
          <a:prstGeom prst="roundRect">
            <a:avLst>
              <a:gd name="adj" fmla="val 32000"/>
            </a:avLst>
          </a:prstGeom>
          <a:solidFill>
            <a:srgbClr val="E6E1D0"/>
          </a:solidFill>
          <a:ln w="0">
            <a:noFill/>
            <a:prstDash val="solid"/>
          </a:ln>
        </p:spPr>
      </p:sp>
      <p:sp>
        <p:nvSpPr>
          <p:cNvPr id="47" name="圆角矩形 46"/>
          <p:cNvSpPr>
            <a:spLocks noGrp="1"/>
          </p:cNvSpPr>
          <p:nvPr/>
        </p:nvSpPr>
        <p:spPr>
          <a:xfrm>
            <a:off x="3376613" y="3952875"/>
            <a:ext cx="357188" cy="357188"/>
          </a:xfrm>
          <a:prstGeom prst="roundRect">
            <a:avLst>
              <a:gd name="adj" fmla="val 32000"/>
            </a:avLst>
          </a:prstGeom>
          <a:solidFill>
            <a:srgbClr val="7294A8"/>
          </a:solidFill>
          <a:ln w="0">
            <a:noFill/>
            <a:prstDash val="solid"/>
          </a:ln>
        </p:spPr>
      </p:sp>
      <p:sp>
        <p:nvSpPr>
          <p:cNvPr id="48" name="圆角矩形 47"/>
          <p:cNvSpPr>
            <a:spLocks noGrp="1"/>
          </p:cNvSpPr>
          <p:nvPr/>
        </p:nvSpPr>
        <p:spPr>
          <a:xfrm>
            <a:off x="876300" y="4310063"/>
            <a:ext cx="357188" cy="357188"/>
          </a:xfrm>
          <a:prstGeom prst="roundRect">
            <a:avLst>
              <a:gd name="adj" fmla="val 32000"/>
            </a:avLst>
          </a:prstGeom>
          <a:solidFill>
            <a:srgbClr val="7294A8"/>
          </a:solidFill>
          <a:ln w="0">
            <a:noFill/>
            <a:prstDash val="solid"/>
          </a:ln>
        </p:spPr>
      </p:sp>
      <p:sp>
        <p:nvSpPr>
          <p:cNvPr id="49" name="圆角矩形 48"/>
          <p:cNvSpPr>
            <a:spLocks noGrp="1"/>
          </p:cNvSpPr>
          <p:nvPr/>
        </p:nvSpPr>
        <p:spPr>
          <a:xfrm>
            <a:off x="1233488" y="4310063"/>
            <a:ext cx="357188" cy="357188"/>
          </a:xfrm>
          <a:prstGeom prst="roundRect">
            <a:avLst>
              <a:gd name="adj" fmla="val 32000"/>
            </a:avLst>
          </a:prstGeom>
          <a:solidFill>
            <a:srgbClr val="E6E1D0"/>
          </a:solidFill>
          <a:ln w="0">
            <a:noFill/>
            <a:prstDash val="solid"/>
          </a:ln>
        </p:spPr>
      </p:sp>
      <p:sp>
        <p:nvSpPr>
          <p:cNvPr id="50" name="圆角矩形 49"/>
          <p:cNvSpPr>
            <a:spLocks noGrp="1"/>
          </p:cNvSpPr>
          <p:nvPr/>
        </p:nvSpPr>
        <p:spPr>
          <a:xfrm>
            <a:off x="1590675" y="4310063"/>
            <a:ext cx="357188" cy="357188"/>
          </a:xfrm>
          <a:prstGeom prst="roundRect">
            <a:avLst>
              <a:gd name="adj" fmla="val 32000"/>
            </a:avLst>
          </a:prstGeom>
          <a:solidFill>
            <a:srgbClr val="7294A8"/>
          </a:solidFill>
          <a:ln w="0">
            <a:noFill/>
            <a:prstDash val="solid"/>
          </a:ln>
        </p:spPr>
      </p:sp>
      <p:sp>
        <p:nvSpPr>
          <p:cNvPr id="51" name="圆角矩形 50"/>
          <p:cNvSpPr>
            <a:spLocks noGrp="1"/>
          </p:cNvSpPr>
          <p:nvPr/>
        </p:nvSpPr>
        <p:spPr>
          <a:xfrm>
            <a:off x="1947863" y="4310063"/>
            <a:ext cx="357188" cy="357188"/>
          </a:xfrm>
          <a:prstGeom prst="roundRect">
            <a:avLst>
              <a:gd name="adj" fmla="val 32000"/>
            </a:avLst>
          </a:prstGeom>
          <a:solidFill>
            <a:srgbClr val="E6E1D0"/>
          </a:solidFill>
          <a:ln w="0">
            <a:noFill/>
            <a:prstDash val="solid"/>
          </a:ln>
        </p:spPr>
      </p:sp>
      <p:sp>
        <p:nvSpPr>
          <p:cNvPr id="52" name="圆角矩形 51"/>
          <p:cNvSpPr>
            <a:spLocks noGrp="1"/>
          </p:cNvSpPr>
          <p:nvPr/>
        </p:nvSpPr>
        <p:spPr>
          <a:xfrm>
            <a:off x="2305050" y="4310063"/>
            <a:ext cx="357188" cy="357188"/>
          </a:xfrm>
          <a:prstGeom prst="roundRect">
            <a:avLst>
              <a:gd name="adj" fmla="val 32000"/>
            </a:avLst>
          </a:prstGeom>
          <a:solidFill>
            <a:srgbClr val="7294A8"/>
          </a:solidFill>
          <a:ln w="0">
            <a:noFill/>
            <a:prstDash val="solid"/>
          </a:ln>
        </p:spPr>
      </p:sp>
      <p:sp>
        <p:nvSpPr>
          <p:cNvPr id="53" name="圆角矩形 52"/>
          <p:cNvSpPr>
            <a:spLocks noGrp="1"/>
          </p:cNvSpPr>
          <p:nvPr/>
        </p:nvSpPr>
        <p:spPr>
          <a:xfrm>
            <a:off x="2662238" y="4310063"/>
            <a:ext cx="357188" cy="357188"/>
          </a:xfrm>
          <a:prstGeom prst="roundRect">
            <a:avLst>
              <a:gd name="adj" fmla="val 32000"/>
            </a:avLst>
          </a:prstGeom>
          <a:solidFill>
            <a:srgbClr val="E6E1D0"/>
          </a:solidFill>
          <a:ln w="0">
            <a:noFill/>
            <a:prstDash val="solid"/>
          </a:ln>
        </p:spPr>
      </p:sp>
      <p:sp>
        <p:nvSpPr>
          <p:cNvPr id="54" name="圆角矩形 53"/>
          <p:cNvSpPr>
            <a:spLocks noGrp="1"/>
          </p:cNvSpPr>
          <p:nvPr/>
        </p:nvSpPr>
        <p:spPr>
          <a:xfrm>
            <a:off x="3019425" y="4310063"/>
            <a:ext cx="357188" cy="357188"/>
          </a:xfrm>
          <a:prstGeom prst="roundRect">
            <a:avLst>
              <a:gd name="adj" fmla="val 32000"/>
            </a:avLst>
          </a:prstGeom>
          <a:solidFill>
            <a:srgbClr val="7294A8"/>
          </a:solidFill>
          <a:ln w="0">
            <a:noFill/>
            <a:prstDash val="solid"/>
          </a:ln>
        </p:spPr>
      </p:sp>
      <p:sp>
        <p:nvSpPr>
          <p:cNvPr id="55" name="圆角矩形 54"/>
          <p:cNvSpPr>
            <a:spLocks noGrp="1"/>
          </p:cNvSpPr>
          <p:nvPr/>
        </p:nvSpPr>
        <p:spPr>
          <a:xfrm>
            <a:off x="3376613" y="4310063"/>
            <a:ext cx="357188" cy="357188"/>
          </a:xfrm>
          <a:prstGeom prst="roundRect">
            <a:avLst>
              <a:gd name="adj" fmla="val 32000"/>
            </a:avLst>
          </a:prstGeom>
          <a:solidFill>
            <a:srgbClr val="E6E1D0"/>
          </a:solidFill>
          <a:ln w="0">
            <a:noFill/>
            <a:prstDash val="solid"/>
          </a:ln>
        </p:spPr>
      </p:sp>
      <p:sp>
        <p:nvSpPr>
          <p:cNvPr id="56" name="圆角矩形 55"/>
          <p:cNvSpPr>
            <a:spLocks noGrp="1"/>
          </p:cNvSpPr>
          <p:nvPr/>
        </p:nvSpPr>
        <p:spPr>
          <a:xfrm>
            <a:off x="876300" y="4667250"/>
            <a:ext cx="357188" cy="357188"/>
          </a:xfrm>
          <a:prstGeom prst="roundRect">
            <a:avLst>
              <a:gd name="adj" fmla="val 32000"/>
            </a:avLst>
          </a:prstGeom>
          <a:solidFill>
            <a:srgbClr val="E6E1D0"/>
          </a:solidFill>
          <a:ln w="0">
            <a:noFill/>
            <a:prstDash val="solid"/>
          </a:ln>
        </p:spPr>
      </p:sp>
      <p:sp>
        <p:nvSpPr>
          <p:cNvPr id="57" name="圆角矩形 56"/>
          <p:cNvSpPr>
            <a:spLocks noGrp="1"/>
          </p:cNvSpPr>
          <p:nvPr/>
        </p:nvSpPr>
        <p:spPr>
          <a:xfrm>
            <a:off x="1233488" y="4667250"/>
            <a:ext cx="357188" cy="357188"/>
          </a:xfrm>
          <a:prstGeom prst="roundRect">
            <a:avLst>
              <a:gd name="adj" fmla="val 32000"/>
            </a:avLst>
          </a:prstGeom>
          <a:solidFill>
            <a:srgbClr val="7294A8"/>
          </a:solidFill>
          <a:ln w="0">
            <a:noFill/>
            <a:prstDash val="solid"/>
          </a:ln>
        </p:spPr>
      </p:sp>
      <p:sp>
        <p:nvSpPr>
          <p:cNvPr id="58" name="圆角矩形 57"/>
          <p:cNvSpPr>
            <a:spLocks noGrp="1"/>
          </p:cNvSpPr>
          <p:nvPr/>
        </p:nvSpPr>
        <p:spPr>
          <a:xfrm>
            <a:off x="1590675" y="4667250"/>
            <a:ext cx="357188" cy="357188"/>
          </a:xfrm>
          <a:prstGeom prst="roundRect">
            <a:avLst>
              <a:gd name="adj" fmla="val 32000"/>
            </a:avLst>
          </a:prstGeom>
          <a:solidFill>
            <a:srgbClr val="E6E1D0"/>
          </a:solidFill>
          <a:ln w="0">
            <a:noFill/>
            <a:prstDash val="solid"/>
          </a:ln>
        </p:spPr>
      </p:sp>
      <p:sp>
        <p:nvSpPr>
          <p:cNvPr id="59" name="圆角矩形 58"/>
          <p:cNvSpPr>
            <a:spLocks noGrp="1"/>
          </p:cNvSpPr>
          <p:nvPr/>
        </p:nvSpPr>
        <p:spPr>
          <a:xfrm>
            <a:off x="1947863" y="4667250"/>
            <a:ext cx="357188" cy="357188"/>
          </a:xfrm>
          <a:prstGeom prst="roundRect">
            <a:avLst>
              <a:gd name="adj" fmla="val 32000"/>
            </a:avLst>
          </a:prstGeom>
          <a:solidFill>
            <a:srgbClr val="7294A8"/>
          </a:solidFill>
          <a:ln w="0">
            <a:noFill/>
            <a:prstDash val="solid"/>
          </a:ln>
        </p:spPr>
      </p:sp>
      <p:sp>
        <p:nvSpPr>
          <p:cNvPr id="60" name="圆角矩形 59"/>
          <p:cNvSpPr>
            <a:spLocks noGrp="1"/>
          </p:cNvSpPr>
          <p:nvPr/>
        </p:nvSpPr>
        <p:spPr>
          <a:xfrm>
            <a:off x="2305050" y="4667250"/>
            <a:ext cx="357188" cy="357188"/>
          </a:xfrm>
          <a:prstGeom prst="roundRect">
            <a:avLst>
              <a:gd name="adj" fmla="val 32000"/>
            </a:avLst>
          </a:prstGeom>
          <a:solidFill>
            <a:srgbClr val="E6E1D0"/>
          </a:solidFill>
          <a:ln w="0">
            <a:noFill/>
            <a:prstDash val="solid"/>
          </a:ln>
        </p:spPr>
      </p:sp>
      <p:sp>
        <p:nvSpPr>
          <p:cNvPr id="61" name="圆角矩形 60"/>
          <p:cNvSpPr>
            <a:spLocks noGrp="1"/>
          </p:cNvSpPr>
          <p:nvPr/>
        </p:nvSpPr>
        <p:spPr>
          <a:xfrm>
            <a:off x="2662238" y="4667250"/>
            <a:ext cx="357188" cy="357188"/>
          </a:xfrm>
          <a:prstGeom prst="roundRect">
            <a:avLst>
              <a:gd name="adj" fmla="val 32000"/>
            </a:avLst>
          </a:prstGeom>
          <a:solidFill>
            <a:srgbClr val="7294A8"/>
          </a:solidFill>
          <a:ln w="0">
            <a:noFill/>
            <a:prstDash val="solid"/>
          </a:ln>
        </p:spPr>
      </p:sp>
      <p:sp>
        <p:nvSpPr>
          <p:cNvPr id="62" name="圆角矩形 61"/>
          <p:cNvSpPr>
            <a:spLocks noGrp="1"/>
          </p:cNvSpPr>
          <p:nvPr/>
        </p:nvSpPr>
        <p:spPr>
          <a:xfrm>
            <a:off x="3019425" y="4667250"/>
            <a:ext cx="357188" cy="357188"/>
          </a:xfrm>
          <a:prstGeom prst="roundRect">
            <a:avLst>
              <a:gd name="adj" fmla="val 32000"/>
            </a:avLst>
          </a:prstGeom>
          <a:solidFill>
            <a:srgbClr val="E6E1D0"/>
          </a:solidFill>
          <a:ln w="0">
            <a:noFill/>
            <a:prstDash val="solid"/>
          </a:ln>
        </p:spPr>
      </p:sp>
      <p:sp>
        <p:nvSpPr>
          <p:cNvPr id="63" name="圆角矩形 62"/>
          <p:cNvSpPr>
            <a:spLocks noGrp="1"/>
          </p:cNvSpPr>
          <p:nvPr/>
        </p:nvSpPr>
        <p:spPr>
          <a:xfrm>
            <a:off x="3376613" y="4667250"/>
            <a:ext cx="357188" cy="357188"/>
          </a:xfrm>
          <a:prstGeom prst="roundRect">
            <a:avLst>
              <a:gd name="adj" fmla="val 32000"/>
            </a:avLst>
          </a:prstGeom>
          <a:solidFill>
            <a:srgbClr val="7294A8"/>
          </a:solidFill>
          <a:ln w="0">
            <a:noFill/>
            <a:prstDash val="solid"/>
          </a:ln>
        </p:spPr>
      </p:sp>
      <p:sp>
        <p:nvSpPr>
          <p:cNvPr id="64" name="圆角矩形 63"/>
          <p:cNvSpPr>
            <a:spLocks noGrp="1"/>
          </p:cNvSpPr>
          <p:nvPr/>
        </p:nvSpPr>
        <p:spPr>
          <a:xfrm>
            <a:off x="876300" y="5024438"/>
            <a:ext cx="357188" cy="357188"/>
          </a:xfrm>
          <a:prstGeom prst="roundRect">
            <a:avLst>
              <a:gd name="adj" fmla="val 32000"/>
            </a:avLst>
          </a:prstGeom>
          <a:solidFill>
            <a:srgbClr val="7294A8"/>
          </a:solidFill>
          <a:ln w="0">
            <a:noFill/>
            <a:prstDash val="solid"/>
          </a:ln>
        </p:spPr>
      </p:sp>
      <p:sp>
        <p:nvSpPr>
          <p:cNvPr id="65" name="圆角矩形 64"/>
          <p:cNvSpPr>
            <a:spLocks noGrp="1"/>
          </p:cNvSpPr>
          <p:nvPr/>
        </p:nvSpPr>
        <p:spPr>
          <a:xfrm>
            <a:off x="1233488" y="5024438"/>
            <a:ext cx="357188" cy="357188"/>
          </a:xfrm>
          <a:prstGeom prst="roundRect">
            <a:avLst>
              <a:gd name="adj" fmla="val 32000"/>
            </a:avLst>
          </a:prstGeom>
          <a:solidFill>
            <a:srgbClr val="E6E1D0"/>
          </a:solidFill>
          <a:ln w="0">
            <a:noFill/>
            <a:prstDash val="solid"/>
          </a:ln>
        </p:spPr>
      </p:sp>
      <p:sp>
        <p:nvSpPr>
          <p:cNvPr id="66" name="圆角矩形 65"/>
          <p:cNvSpPr>
            <a:spLocks noGrp="1"/>
          </p:cNvSpPr>
          <p:nvPr/>
        </p:nvSpPr>
        <p:spPr>
          <a:xfrm>
            <a:off x="1590675" y="5024438"/>
            <a:ext cx="357188" cy="357188"/>
          </a:xfrm>
          <a:prstGeom prst="roundRect">
            <a:avLst>
              <a:gd name="adj" fmla="val 32000"/>
            </a:avLst>
          </a:prstGeom>
          <a:solidFill>
            <a:srgbClr val="7294A8"/>
          </a:solidFill>
          <a:ln w="0">
            <a:noFill/>
            <a:prstDash val="solid"/>
          </a:ln>
        </p:spPr>
      </p:sp>
      <p:sp>
        <p:nvSpPr>
          <p:cNvPr id="67" name="圆角矩形 66"/>
          <p:cNvSpPr>
            <a:spLocks noGrp="1"/>
          </p:cNvSpPr>
          <p:nvPr/>
        </p:nvSpPr>
        <p:spPr>
          <a:xfrm>
            <a:off x="1947863" y="5024438"/>
            <a:ext cx="357188" cy="357188"/>
          </a:xfrm>
          <a:prstGeom prst="roundRect">
            <a:avLst>
              <a:gd name="adj" fmla="val 32000"/>
            </a:avLst>
          </a:prstGeom>
          <a:solidFill>
            <a:srgbClr val="E6E1D0"/>
          </a:solidFill>
          <a:ln w="0">
            <a:noFill/>
            <a:prstDash val="solid"/>
          </a:ln>
        </p:spPr>
      </p:sp>
      <p:sp>
        <p:nvSpPr>
          <p:cNvPr id="68" name="圆角矩形 67"/>
          <p:cNvSpPr>
            <a:spLocks noGrp="1"/>
          </p:cNvSpPr>
          <p:nvPr/>
        </p:nvSpPr>
        <p:spPr>
          <a:xfrm>
            <a:off x="2305050" y="5024438"/>
            <a:ext cx="357188" cy="357188"/>
          </a:xfrm>
          <a:prstGeom prst="roundRect">
            <a:avLst>
              <a:gd name="adj" fmla="val 32000"/>
            </a:avLst>
          </a:prstGeom>
          <a:solidFill>
            <a:srgbClr val="7294A8"/>
          </a:solidFill>
          <a:ln w="0">
            <a:noFill/>
            <a:prstDash val="solid"/>
          </a:ln>
        </p:spPr>
      </p:sp>
      <p:sp>
        <p:nvSpPr>
          <p:cNvPr id="69" name="圆角矩形 68"/>
          <p:cNvSpPr>
            <a:spLocks noGrp="1"/>
          </p:cNvSpPr>
          <p:nvPr/>
        </p:nvSpPr>
        <p:spPr>
          <a:xfrm>
            <a:off x="2662238" y="5024438"/>
            <a:ext cx="357188" cy="357188"/>
          </a:xfrm>
          <a:prstGeom prst="roundRect">
            <a:avLst>
              <a:gd name="adj" fmla="val 32000"/>
            </a:avLst>
          </a:prstGeom>
          <a:solidFill>
            <a:srgbClr val="E6E1D0"/>
          </a:solidFill>
          <a:ln w="0">
            <a:noFill/>
            <a:prstDash val="solid"/>
          </a:ln>
        </p:spPr>
      </p:sp>
      <p:sp>
        <p:nvSpPr>
          <p:cNvPr id="70" name="圆角矩形 69"/>
          <p:cNvSpPr>
            <a:spLocks noGrp="1"/>
          </p:cNvSpPr>
          <p:nvPr/>
        </p:nvSpPr>
        <p:spPr>
          <a:xfrm>
            <a:off x="3019425" y="5024438"/>
            <a:ext cx="357188" cy="357188"/>
          </a:xfrm>
          <a:prstGeom prst="roundRect">
            <a:avLst>
              <a:gd name="adj" fmla="val 32000"/>
            </a:avLst>
          </a:prstGeom>
          <a:solidFill>
            <a:srgbClr val="7294A8"/>
          </a:solidFill>
          <a:ln w="0">
            <a:noFill/>
            <a:prstDash val="solid"/>
          </a:ln>
        </p:spPr>
      </p:sp>
      <p:sp>
        <p:nvSpPr>
          <p:cNvPr id="71" name="圆角矩形 70"/>
          <p:cNvSpPr>
            <a:spLocks noGrp="1"/>
          </p:cNvSpPr>
          <p:nvPr/>
        </p:nvSpPr>
        <p:spPr>
          <a:xfrm>
            <a:off x="3376613" y="5024438"/>
            <a:ext cx="357188" cy="357188"/>
          </a:xfrm>
          <a:prstGeom prst="roundRect">
            <a:avLst>
              <a:gd name="adj" fmla="val 32000"/>
            </a:avLst>
          </a:prstGeom>
          <a:solidFill>
            <a:srgbClr val="E6E1D0"/>
          </a:solidFill>
          <a:ln w="0">
            <a:noFill/>
            <a:prstDash val="solid"/>
          </a:ln>
        </p:spPr>
      </p:sp>
      <p:sp>
        <p:nvSpPr>
          <p:cNvPr id="72" name="矩形 71"/>
          <p:cNvSpPr>
            <a:spLocks noGrp="1"/>
          </p:cNvSpPr>
          <p:nvPr/>
        </p:nvSpPr>
        <p:spPr>
          <a:xfrm>
            <a:off x="923925" y="2552700"/>
            <a:ext cx="2762250" cy="3571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♜ ♞ ♝ ♛ ♚ ♝ ♞ ♜</a:t>
            </a:r>
            <a:endParaRPr sz="1875" b="1">
              <a:solidFill>
                <a:srgbClr val="10253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3" name="矩形 72"/>
          <p:cNvSpPr>
            <a:spLocks noGrp="1"/>
          </p:cNvSpPr>
          <p:nvPr/>
        </p:nvSpPr>
        <p:spPr>
          <a:xfrm>
            <a:off x="923925" y="2909888"/>
            <a:ext cx="2762250" cy="3571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♟ ♟ ♟ ♟ ♟ ♟ ♟ ♟</a:t>
            </a:r>
            <a:endParaRPr sz="1800" b="1">
              <a:solidFill>
                <a:srgbClr val="10253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4" name="矩形 73"/>
          <p:cNvSpPr>
            <a:spLocks noGrp="1"/>
          </p:cNvSpPr>
          <p:nvPr/>
        </p:nvSpPr>
        <p:spPr>
          <a:xfrm>
            <a:off x="923925" y="4695825"/>
            <a:ext cx="2762250" cy="3571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♙ ♙ ♙ ♙ ♙ ♙ ♙ ♙</a:t>
            </a:r>
            <a:endParaRPr sz="18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5" name="矩形 74"/>
          <p:cNvSpPr>
            <a:spLocks noGrp="1"/>
          </p:cNvSpPr>
          <p:nvPr/>
        </p:nvSpPr>
        <p:spPr>
          <a:xfrm>
            <a:off x="923925" y="5053013"/>
            <a:ext cx="2762250" cy="3571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♖ ♘ ♗ ♕ ♔ ♗ ♘ ♖</a:t>
            </a:r>
            <a:endParaRPr sz="1875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6" name="矩形 75"/>
          <p:cNvSpPr>
            <a:spLocks noGrp="1"/>
          </p:cNvSpPr>
          <p:nvPr/>
        </p:nvSpPr>
        <p:spPr>
          <a:xfrm>
            <a:off x="4095750" y="2590800"/>
            <a:ext cx="285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难度  8 / 20</a:t>
            </a:r>
            <a:endParaRPr sz="1725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7" name="圆角矩形 76"/>
          <p:cNvSpPr>
            <a:spLocks noGrp="1"/>
          </p:cNvSpPr>
          <p:nvPr/>
        </p:nvSpPr>
        <p:spPr>
          <a:xfrm>
            <a:off x="4095750" y="3105150"/>
            <a:ext cx="2952750" cy="133350"/>
          </a:xfrm>
          <a:prstGeom prst="roundRect">
            <a:avLst>
              <a:gd name="adj" fmla="val 50000"/>
            </a:avLst>
          </a:prstGeom>
          <a:solidFill>
            <a:srgbClr val="D8E1EA"/>
          </a:solidFill>
          <a:ln w="0">
            <a:noFill/>
            <a:prstDash val="solid"/>
          </a:ln>
        </p:spPr>
      </p:sp>
      <p:sp>
        <p:nvSpPr>
          <p:cNvPr id="78" name="圆角矩形 77"/>
          <p:cNvSpPr>
            <a:spLocks noGrp="1"/>
          </p:cNvSpPr>
          <p:nvPr/>
        </p:nvSpPr>
        <p:spPr>
          <a:xfrm>
            <a:off x="4095750" y="3105150"/>
            <a:ext cx="1181100" cy="133350"/>
          </a:xfrm>
          <a:prstGeom prst="roundRect">
            <a:avLst>
              <a:gd name="adj" fmla="val 50000"/>
            </a:avLst>
          </a:prstGeom>
          <a:solidFill>
            <a:srgbClr val="2F80ED"/>
          </a:solidFill>
          <a:ln w="0">
            <a:noFill/>
            <a:prstDash val="solid"/>
          </a:ln>
        </p:spPr>
      </p:sp>
      <p:sp>
        <p:nvSpPr>
          <p:cNvPr id="79" name="圆角矩形 78"/>
          <p:cNvSpPr>
            <a:spLocks noGrp="1"/>
          </p:cNvSpPr>
          <p:nvPr/>
        </p:nvSpPr>
        <p:spPr>
          <a:xfrm>
            <a:off x="4095750" y="3571875"/>
            <a:ext cx="1905000" cy="495300"/>
          </a:xfrm>
          <a:prstGeom prst="roundRect">
            <a:avLst>
              <a:gd name="adj" fmla="val 23077"/>
            </a:avLst>
          </a:prstGeom>
          <a:solidFill>
            <a:srgbClr val="2F80ED"/>
          </a:solidFill>
          <a:ln w="0">
            <a:noFill/>
            <a:prstDash val="solid"/>
          </a:ln>
        </p:spPr>
      </p:sp>
      <p:sp>
        <p:nvSpPr>
          <p:cNvPr id="80" name="矩形 79"/>
          <p:cNvSpPr>
            <a:spLocks noGrp="1"/>
          </p:cNvSpPr>
          <p:nvPr/>
        </p:nvSpPr>
        <p:spPr>
          <a:xfrm>
            <a:off x="4276725" y="3695700"/>
            <a:ext cx="1543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获取走法建议</a:t>
            </a:r>
            <a:endParaRPr sz="13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1" name="矩形 80"/>
          <p:cNvSpPr>
            <a:spLocks noGrp="1"/>
          </p:cNvSpPr>
          <p:nvPr/>
        </p:nvSpPr>
        <p:spPr>
          <a:xfrm>
            <a:off x="4095750" y="4457700"/>
            <a:ext cx="2476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32A071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32A071"/>
                </a:solidFill>
                <a:latin typeface="Aptos"/>
                <a:ea typeface="Aptos"/>
                <a:cs typeface="Aptos"/>
              </a:rPr>
              <a:t>建议：Nf3</a:t>
            </a:r>
            <a:endParaRPr sz="2100" b="1">
              <a:solidFill>
                <a:srgbClr val="32A07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2" name="矩形 81"/>
          <p:cNvSpPr>
            <a:spLocks noGrp="1"/>
          </p:cNvSpPr>
          <p:nvPr/>
        </p:nvSpPr>
        <p:spPr>
          <a:xfrm>
            <a:off x="4095750" y="4914900"/>
            <a:ext cx="3143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9657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96579"/>
                </a:solidFill>
                <a:latin typeface="Aptos"/>
                <a:ea typeface="Aptos"/>
                <a:cs typeface="Aptos"/>
              </a:rPr>
              <a:t>理由：发展轻子、控制中心，并为王车易位做准备。</a:t>
            </a:r>
            <a:endParaRPr sz="1425" b="0">
              <a:solidFill>
                <a:srgbClr val="59657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3" name="矩形 82"/>
          <p:cNvSpPr>
            <a:spLocks noGrp="1"/>
          </p:cNvSpPr>
          <p:nvPr/>
        </p:nvSpPr>
        <p:spPr>
          <a:xfrm>
            <a:off x="8572500" y="2476500"/>
            <a:ext cx="2476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引擎负责“算准”</a:t>
            </a:r>
            <a:endParaRPr sz="2100" b="1">
              <a:solidFill>
                <a:srgbClr val="10253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4" name="矩形 83"/>
          <p:cNvSpPr>
            <a:spLocks noGrp="1"/>
          </p:cNvSpPr>
          <p:nvPr/>
        </p:nvSpPr>
        <p:spPr>
          <a:xfrm>
            <a:off x="8572500" y="2990850"/>
            <a:ext cx="2667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9657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96579"/>
                </a:solidFill>
                <a:latin typeface="Aptos"/>
                <a:ea typeface="Aptos"/>
                <a:cs typeface="Aptos"/>
              </a:rPr>
              <a:t>Stockfish 搜索局面，输出最佳候选走法。</a:t>
            </a:r>
            <a:endParaRPr sz="1425" b="0">
              <a:solidFill>
                <a:srgbClr val="59657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5" name="矩形 84"/>
          <p:cNvSpPr>
            <a:spLocks noGrp="1"/>
          </p:cNvSpPr>
          <p:nvPr/>
        </p:nvSpPr>
        <p:spPr>
          <a:xfrm>
            <a:off x="8572500" y="3943350"/>
            <a:ext cx="2476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模型负责“讲懂”</a:t>
            </a:r>
            <a:endParaRPr sz="2100" b="1">
              <a:solidFill>
                <a:srgbClr val="10253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6" name="矩形 85"/>
          <p:cNvSpPr>
            <a:spLocks noGrp="1"/>
          </p:cNvSpPr>
          <p:nvPr/>
        </p:nvSpPr>
        <p:spPr>
          <a:xfrm>
            <a:off x="8572500" y="4457700"/>
            <a:ext cx="2667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9657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96579"/>
                </a:solidFill>
                <a:latin typeface="Aptos"/>
                <a:ea typeface="Aptos"/>
                <a:cs typeface="Aptos"/>
              </a:rPr>
              <a:t>LLM 把评估结果转化为儿童能执行的建议。</a:t>
            </a:r>
            <a:endParaRPr sz="1425" b="0">
              <a:solidFill>
                <a:srgbClr val="59657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7" name="矩形 86"/>
          <p:cNvSpPr>
            <a:spLocks noGrp="1"/>
          </p:cNvSpPr>
          <p:nvPr/>
        </p:nvSpPr>
        <p:spPr>
          <a:xfrm>
            <a:off x="11334750" y="641985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9657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96579"/>
                </a:solidFill>
                <a:latin typeface="Aptos"/>
                <a:ea typeface="Aptos"/>
                <a:cs typeface="Aptos"/>
              </a:rPr>
              <a:t>05</a:t>
            </a:r>
            <a:endParaRPr sz="1050" b="1">
              <a:solidFill>
                <a:srgbClr val="596579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" name="矩形 29"/>
          <p:cNvSpPr>
            <a:spLocks noGrp="1"/>
          </p:cNvSpPr>
          <p:nvPr/>
        </p:nvSpPr>
        <p:spPr>
          <a:xfrm>
            <a:off x="609600" y="400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80ED"/>
                </a:solidFill>
                <a:latin typeface="Aptos"/>
                <a:ea typeface="Aptos"/>
                <a:cs typeface="Aptos"/>
              </a:rPr>
              <a:t>ENGINEERING</a:t>
            </a:r>
            <a:endParaRPr sz="1050" b="1">
              <a:solidFill>
                <a:srgbClr val="2F80E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742950"/>
            <a:ext cx="10953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系统可以运行，也能在 AI 不可用时继续服务</a:t>
            </a:r>
            <a:endParaRPr sz="285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圆角矩形 2"/>
          <p:cNvSpPr>
            <a:spLocks noGrp="1"/>
          </p:cNvSpPr>
          <p:nvPr/>
        </p:nvSpPr>
        <p:spPr>
          <a:xfrm>
            <a:off x="2133600" y="3190875"/>
            <a:ext cx="838200" cy="76200"/>
          </a:xfrm>
          <a:prstGeom prst="roundRect">
            <a:avLst>
              <a:gd name="adj" fmla="val 50000"/>
            </a:avLst>
          </a:prstGeom>
          <a:solidFill>
            <a:srgbClr val="D9E1EA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2400300" y="2981325"/>
            <a:ext cx="333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F80ED"/>
                </a:solidFill>
                <a:latin typeface="Aptos"/>
                <a:ea typeface="Aptos"/>
                <a:cs typeface="Aptos"/>
              </a:rPr>
              <a:t>→</a:t>
            </a:r>
            <a:endParaRPr sz="1800" b="1">
              <a:solidFill>
                <a:srgbClr val="2F80E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666750" y="2609850"/>
            <a:ext cx="1619250" cy="1428750"/>
          </a:xfrm>
          <a:prstGeom prst="roundRect">
            <a:avLst>
              <a:gd name="adj" fmla="val 8000"/>
            </a:avLst>
          </a:prstGeom>
          <a:solidFill>
            <a:srgbClr val="10253F"/>
          </a:solidFill>
          <a:ln w="9525">
            <a:solidFill>
              <a:srgbClr val="D9E1EA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781050" y="2914650"/>
            <a:ext cx="1390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Web / Flutter</a:t>
            </a:r>
            <a:endParaRPr sz="16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81050" y="3371850"/>
            <a:ext cx="13906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DCE7F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CE7F3"/>
                </a:solidFill>
                <a:latin typeface="Aptos"/>
                <a:ea typeface="Aptos"/>
                <a:cs typeface="Aptos"/>
              </a:rPr>
              <a:t>交互界面</a:t>
            </a:r>
            <a:endParaRPr sz="1200" b="0">
              <a:solidFill>
                <a:srgbClr val="DCE7F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4514850" y="3190875"/>
            <a:ext cx="838200" cy="76200"/>
          </a:xfrm>
          <a:prstGeom prst="roundRect">
            <a:avLst>
              <a:gd name="adj" fmla="val 50000"/>
            </a:avLst>
          </a:prstGeom>
          <a:solidFill>
            <a:srgbClr val="D9E1EA"/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4781550" y="2981325"/>
            <a:ext cx="333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F80ED"/>
                </a:solidFill>
                <a:latin typeface="Aptos"/>
                <a:ea typeface="Aptos"/>
                <a:cs typeface="Aptos"/>
              </a:rPr>
              <a:t>→</a:t>
            </a:r>
            <a:endParaRPr sz="1800" b="1">
              <a:solidFill>
                <a:srgbClr val="2F80E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3048000" y="2609850"/>
            <a:ext cx="1619250" cy="1428750"/>
          </a:xfrm>
          <a:prstGeom prst="roundRect">
            <a:avLst>
              <a:gd name="adj" fmla="val 8000"/>
            </a:avLst>
          </a:prstGeom>
          <a:solidFill>
            <a:srgbClr val="F7F4EC"/>
          </a:solidFill>
          <a:ln w="9525">
            <a:solidFill>
              <a:srgbClr val="D9E1EA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3162300" y="2914650"/>
            <a:ext cx="1390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Fastify</a:t>
            </a:r>
            <a:endParaRPr sz="165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162300" y="3371850"/>
            <a:ext cx="13906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5965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96579"/>
                </a:solidFill>
                <a:latin typeface="Aptos"/>
                <a:ea typeface="Aptos"/>
                <a:cs typeface="Aptos"/>
              </a:rPr>
              <a:t>REST + WS</a:t>
            </a:r>
            <a:endParaRPr sz="1200" b="0">
              <a:solidFill>
                <a:srgbClr val="59657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6896100" y="3190875"/>
            <a:ext cx="838200" cy="76200"/>
          </a:xfrm>
          <a:prstGeom prst="roundRect">
            <a:avLst>
              <a:gd name="adj" fmla="val 50000"/>
            </a:avLst>
          </a:prstGeom>
          <a:solidFill>
            <a:srgbClr val="D9E1EA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7162800" y="2981325"/>
            <a:ext cx="333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F80ED"/>
                </a:solidFill>
                <a:latin typeface="Aptos"/>
                <a:ea typeface="Aptos"/>
                <a:cs typeface="Aptos"/>
              </a:rPr>
              <a:t>→</a:t>
            </a:r>
            <a:endParaRPr sz="1800" b="1">
              <a:solidFill>
                <a:srgbClr val="2F80E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5429250" y="2609850"/>
            <a:ext cx="1619250" cy="1428750"/>
          </a:xfrm>
          <a:prstGeom prst="roundRect">
            <a:avLst>
              <a:gd name="adj" fmla="val 8000"/>
            </a:avLst>
          </a:prstGeom>
          <a:solidFill>
            <a:srgbClr val="F7F4EC"/>
          </a:solidFill>
          <a:ln w="9525">
            <a:solidFill>
              <a:srgbClr val="D9E1EA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5543550" y="2914650"/>
            <a:ext cx="1390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Stockfish</a:t>
            </a:r>
            <a:endParaRPr sz="165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543550" y="3371850"/>
            <a:ext cx="13906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5965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96579"/>
                </a:solidFill>
                <a:latin typeface="Aptos"/>
                <a:ea typeface="Aptos"/>
                <a:cs typeface="Aptos"/>
              </a:rPr>
              <a:t>棋力计算</a:t>
            </a:r>
            <a:endParaRPr sz="1200" b="0">
              <a:solidFill>
                <a:srgbClr val="59657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9277350" y="3190875"/>
            <a:ext cx="838200" cy="76200"/>
          </a:xfrm>
          <a:prstGeom prst="roundRect">
            <a:avLst>
              <a:gd name="adj" fmla="val 50000"/>
            </a:avLst>
          </a:prstGeom>
          <a:solidFill>
            <a:srgbClr val="D9E1EA"/>
          </a:solidFill>
          <a:ln w="0">
            <a:noFill/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9544050" y="2981325"/>
            <a:ext cx="333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F80ED"/>
                </a:solidFill>
                <a:latin typeface="Aptos"/>
                <a:ea typeface="Aptos"/>
                <a:cs typeface="Aptos"/>
              </a:rPr>
              <a:t>→</a:t>
            </a:r>
            <a:endParaRPr sz="1800" b="1">
              <a:solidFill>
                <a:srgbClr val="2F80E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7810500" y="2609850"/>
            <a:ext cx="1619250" cy="1428750"/>
          </a:xfrm>
          <a:prstGeom prst="roundRect">
            <a:avLst>
              <a:gd name="adj" fmla="val 8000"/>
            </a:avLst>
          </a:prstGeom>
          <a:solidFill>
            <a:srgbClr val="F7F4EC"/>
          </a:solidFill>
          <a:ln w="9525">
            <a:solidFill>
              <a:srgbClr val="D9E1EA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7924800" y="2914650"/>
            <a:ext cx="1390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Qwen / Ollama</a:t>
            </a:r>
            <a:endParaRPr sz="165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7924800" y="3371850"/>
            <a:ext cx="13906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5965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96579"/>
                </a:solidFill>
                <a:latin typeface="Aptos"/>
                <a:ea typeface="Aptos"/>
                <a:cs typeface="Aptos"/>
              </a:rPr>
              <a:t>儿童化解释</a:t>
            </a:r>
            <a:endParaRPr sz="1200" b="0">
              <a:solidFill>
                <a:srgbClr val="59657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10191750" y="2609850"/>
            <a:ext cx="1619250" cy="1428750"/>
          </a:xfrm>
          <a:prstGeom prst="roundRect">
            <a:avLst>
              <a:gd name="adj" fmla="val 8000"/>
            </a:avLst>
          </a:prstGeom>
          <a:solidFill>
            <a:srgbClr val="F7F4EC"/>
          </a:solidFill>
          <a:ln w="9525">
            <a:solidFill>
              <a:srgbClr val="D9E1EA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10306050" y="2914650"/>
            <a:ext cx="1390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SQLite WAL</a:t>
            </a:r>
            <a:endParaRPr sz="165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0306050" y="3371850"/>
            <a:ext cx="13906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5965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96579"/>
                </a:solidFill>
                <a:latin typeface="Aptos"/>
                <a:ea typeface="Aptos"/>
                <a:cs typeface="Aptos"/>
              </a:rPr>
              <a:t>学习记忆</a:t>
            </a:r>
            <a:endParaRPr sz="1200" b="0">
              <a:solidFill>
                <a:srgbClr val="59657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66750" y="4629150"/>
            <a:ext cx="2190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E85B5B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E85B5B"/>
                </a:solidFill>
                <a:latin typeface="Aptos"/>
                <a:ea typeface="Aptos"/>
                <a:cs typeface="Aptos"/>
              </a:rPr>
              <a:t>4 级回退</a:t>
            </a:r>
            <a:endParaRPr sz="2400" b="1">
              <a:solidFill>
                <a:srgbClr val="E85B5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2781300" y="4648200"/>
            <a:ext cx="666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Ollama → Qwen API → Stockfish → 本地规则</a:t>
            </a:r>
            <a:endParaRPr sz="195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2781300" y="5143500"/>
            <a:ext cx="7429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9657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96579"/>
                </a:solidFill>
                <a:latin typeface="Aptos"/>
                <a:ea typeface="Aptos"/>
                <a:cs typeface="Aptos"/>
              </a:rPr>
              <a:t>关键词过滤 · 超时熔断 · 输出校验 · WebSocket 断线重连</a:t>
            </a:r>
            <a:endParaRPr sz="1425" b="0">
              <a:solidFill>
                <a:srgbClr val="59657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1334750" y="641985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9657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96579"/>
                </a:solidFill>
                <a:latin typeface="Aptos"/>
                <a:ea typeface="Aptos"/>
                <a:cs typeface="Aptos"/>
              </a:rPr>
              <a:t>06</a:t>
            </a:r>
            <a:endParaRPr sz="1050" b="1">
              <a:solidFill>
                <a:srgbClr val="596579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5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矩形 14"/>
          <p:cNvSpPr>
            <a:spLocks noGrp="1"/>
          </p:cNvSpPr>
          <p:nvPr/>
        </p:nvSpPr>
        <p:spPr>
          <a:xfrm>
            <a:off x="609600" y="4572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F2B84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2B84B"/>
                </a:solidFill>
                <a:latin typeface="Aptos"/>
                <a:ea typeface="Aptos"/>
                <a:cs typeface="Aptos"/>
              </a:rPr>
              <a:t>WHAT I MADE</a:t>
            </a:r>
            <a:endParaRPr sz="1050" b="1">
              <a:solidFill>
                <a:srgbClr val="F2B84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990600"/>
            <a:ext cx="8477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2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我做的不只是一个下棋网站</a:t>
            </a:r>
            <a:endParaRPr sz="3225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657350"/>
            <a:ext cx="981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DCE7F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DCE7F3"/>
                </a:solidFill>
                <a:latin typeface="Aptos"/>
                <a:ea typeface="Aptos"/>
                <a:cs typeface="Aptos"/>
              </a:rPr>
              <a:t>而是一座连接孩子、家长和老师的学习桥梁。</a:t>
            </a:r>
            <a:endParaRPr sz="2550" b="1">
              <a:solidFill>
                <a:srgbClr val="DCE7F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3143250"/>
            <a:ext cx="2381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525" b="1">
                <a:solidFill>
                  <a:srgbClr val="F2B84B"/>
                </a:solidFill>
                <a:latin typeface="Aptos"/>
                <a:ea typeface="Aptos"/>
                <a:cs typeface="Aptos"/>
              </a:defRPr>
            </a:pPr>
            <a:r>
              <a:rPr sz="3525" b="1">
                <a:solidFill>
                  <a:srgbClr val="F2B84B"/>
                </a:solidFill>
                <a:latin typeface="Aptos"/>
                <a:ea typeface="Aptos"/>
                <a:cs typeface="Aptos"/>
              </a:rPr>
              <a:t>300+</a:t>
            </a:r>
            <a:endParaRPr sz="3525" b="1">
              <a:solidFill>
                <a:srgbClr val="F2B84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3857625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分级战术题</a:t>
            </a:r>
            <a:endParaRPr sz="15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3333750" y="3143250"/>
            <a:ext cx="2381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525" b="1">
                <a:solidFill>
                  <a:srgbClr val="F2B84B"/>
                </a:solidFill>
                <a:latin typeface="Aptos"/>
                <a:ea typeface="Aptos"/>
                <a:cs typeface="Aptos"/>
              </a:defRPr>
            </a:pPr>
            <a:r>
              <a:rPr sz="3525" b="1">
                <a:solidFill>
                  <a:srgbClr val="F2B84B"/>
                </a:solidFill>
                <a:latin typeface="Aptos"/>
                <a:ea typeface="Aptos"/>
                <a:cs typeface="Aptos"/>
              </a:rPr>
              <a:t>3</a:t>
            </a:r>
            <a:endParaRPr sz="3525" b="1">
              <a:solidFill>
                <a:srgbClr val="F2B84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3333750" y="3857625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AI 学习角色</a:t>
            </a:r>
            <a:endParaRPr sz="15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057900" y="3143250"/>
            <a:ext cx="2381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525" b="1">
                <a:solidFill>
                  <a:srgbClr val="F2B84B"/>
                </a:solidFill>
                <a:latin typeface="Aptos"/>
                <a:ea typeface="Aptos"/>
                <a:cs typeface="Aptos"/>
              </a:defRPr>
            </a:pPr>
            <a:r>
              <a:rPr sz="3525" b="1">
                <a:solidFill>
                  <a:srgbClr val="F2B84B"/>
                </a:solidFill>
                <a:latin typeface="Aptos"/>
                <a:ea typeface="Aptos"/>
                <a:cs typeface="Aptos"/>
              </a:rPr>
              <a:t>4级</a:t>
            </a:r>
            <a:endParaRPr sz="3525" b="1">
              <a:solidFill>
                <a:srgbClr val="F2B84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57900" y="3857625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稳定回退</a:t>
            </a:r>
            <a:endParaRPr sz="15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782050" y="3143250"/>
            <a:ext cx="2381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525" b="1">
                <a:solidFill>
                  <a:srgbClr val="F2B84B"/>
                </a:solidFill>
                <a:latin typeface="Aptos"/>
                <a:ea typeface="Aptos"/>
                <a:cs typeface="Aptos"/>
              </a:defRPr>
            </a:pPr>
            <a:r>
              <a:rPr sz="3525" b="1">
                <a:solidFill>
                  <a:srgbClr val="F2B84B"/>
                </a:solidFill>
                <a:latin typeface="Aptos"/>
                <a:ea typeface="Aptos"/>
                <a:cs typeface="Aptos"/>
              </a:rPr>
              <a:t>8</a:t>
            </a:r>
            <a:endParaRPr sz="3525" b="1">
              <a:solidFill>
                <a:srgbClr val="F2B84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782050" y="3857625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Flutter 核心页面</a:t>
            </a:r>
            <a:endParaRPr sz="15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09600" y="5334000"/>
            <a:ext cx="10382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下一步：继续收集初学者反馈，改进解释质量，并把服务带给更多家庭与课堂。</a:t>
            </a:r>
            <a:endParaRPr sz="18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09600" y="5981700"/>
            <a:ext cx="723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AFC1D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FC1D4"/>
                </a:solidFill>
                <a:latin typeface="Aptos"/>
                <a:ea typeface="Aptos"/>
                <a:cs typeface="Aptos"/>
              </a:rPr>
              <a:t>chesstong.com  ·  GitHub / project documentation</a:t>
            </a:r>
            <a:endParaRPr sz="1275" b="0">
              <a:solidFill>
                <a:srgbClr val="AFC1D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1334750" y="641985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9657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96579"/>
                </a:solidFill>
                <a:latin typeface="Aptos"/>
                <a:ea typeface="Aptos"/>
                <a:cs typeface="Aptos"/>
              </a:rPr>
              <a:t>07</a:t>
            </a:r>
            <a:endParaRPr sz="1050" b="1">
              <a:solidFill>
                <a:srgbClr val="596579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1314</Words>
  <Application>WPS 演示</Application>
  <PresentationFormat>Converted Presentation</PresentationFormat>
  <Paragraphs>228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0" baseType="lpstr">
      <vt:lpstr>Arial</vt:lpstr>
      <vt:lpstr>宋体</vt:lpstr>
      <vt:lpstr>Wingdings</vt:lpstr>
      <vt:lpstr>Aptos</vt:lpstr>
      <vt:lpstr>Helvetica Neue</vt:lpstr>
      <vt:lpstr>宋体</vt:lpstr>
      <vt:lpstr>汉仪书宋二KW</vt:lpstr>
      <vt:lpstr>Arial Unicode MS</vt:lpstr>
      <vt:lpstr>微软雅黑</vt:lpstr>
      <vt:lpstr>汉仪旗黑</vt:lpstr>
      <vt:lpstr>Calibri</vt:lpstr>
      <vt:lpstr>Aptos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枫</cp:lastModifiedBy>
  <cp:revision>1</cp:revision>
  <dcterms:created xsi:type="dcterms:W3CDTF">2026-08-07T08:34:48Z</dcterms:created>
  <dcterms:modified xsi:type="dcterms:W3CDTF">2026-08-07T08:34:48Z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2052-12.1.26046.26046</vt:lpwstr>
  </property>
  <property fmtid="{D5CDD505-2E9C-101B-9397-08002B2CF9AE}" pid="3" name="ICV">
    <vt:lpwstr>C1F9C102C7619120A898756AEEA50B54_42</vt:lpwstr>
  </property>
</Properties>
</file>