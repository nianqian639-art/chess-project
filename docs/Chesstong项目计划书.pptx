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bfd367aca546a5" /><Relationship Type="http://schemas.openxmlformats.org/officeDocument/2006/relationships/extended-properties" Target="/docProps/app.xml" Id="R4abc32a69f3847a6" /><Relationship Type="http://schemas.openxmlformats.org/officeDocument/2006/relationships/officeDocument" Target="/ppt/presentation.xml" Id="R2f5e44510db644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4e53fe4fc34d9f"/>
  </p:sldMasterIdLst>
  <p:notesMasterIdLst>
    <p:notesMasterId xmlns:r="http://schemas.openxmlformats.org/officeDocument/2006/relationships" r:id="R2212db4087564b92"/>
  </p:notesMasterIdLst>
  <p:sldIdLst>
    <p:sldId xmlns:r="http://schemas.openxmlformats.org/officeDocument/2006/relationships" id="256" r:id="R06cbfa4e4d474134"/>
    <p:sldId xmlns:r="http://schemas.openxmlformats.org/officeDocument/2006/relationships" id="257" r:id="R0c3c07be71434f80"/>
    <p:sldId xmlns:r="http://schemas.openxmlformats.org/officeDocument/2006/relationships" id="258" r:id="R882d43eb71a44bcf"/>
    <p:sldId xmlns:r="http://schemas.openxmlformats.org/officeDocument/2006/relationships" id="259" r:id="R862027c14a05413a"/>
    <p:sldId xmlns:r="http://schemas.openxmlformats.org/officeDocument/2006/relationships" id="260" r:id="Reca8c6548484486e"/>
    <p:sldId xmlns:r="http://schemas.openxmlformats.org/officeDocument/2006/relationships" id="261" r:id="Rffafbacf24354ec2"/>
    <p:sldId xmlns:r="http://schemas.openxmlformats.org/officeDocument/2006/relationships" id="262" r:id="Rb24bcdf3544340b3"/>
    <p:sldId xmlns:r="http://schemas.openxmlformats.org/officeDocument/2006/relationships" id="263" r:id="Rd798ed087e8c4cb9"/>
    <p:sldId xmlns:r="http://schemas.openxmlformats.org/officeDocument/2006/relationships" id="264" r:id="R8dfb5aa44c014973"/>
    <p:sldId xmlns:r="http://schemas.openxmlformats.org/officeDocument/2006/relationships" id="265" r:id="R355929539d994ac3"/>
    <p:sldId xmlns:r="http://schemas.openxmlformats.org/officeDocument/2006/relationships" id="266" r:id="Re985f8c028b842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06944f7c074c8a" /><Relationship Type="http://schemas.openxmlformats.org/officeDocument/2006/relationships/slideMaster" Target="/ppt/slideMasters/slideMaster1.xml" Id="R564e53fe4fc34d9f" /><Relationship Type="http://schemas.openxmlformats.org/officeDocument/2006/relationships/notesMaster" Target="/ppt/notesMasters/notesMaster1.xml" Id="R2212db4087564b92" /><Relationship Type="http://schemas.openxmlformats.org/officeDocument/2006/relationships/presProps" Target="/ppt/presProps.xml" Id="Rfdaf354ed79a4bd6" /><Relationship Type="http://schemas.openxmlformats.org/officeDocument/2006/relationships/tableStyles" Target="/ppt/tableStyles.xml" Id="Rbf5469bac17e494c" /><Relationship Type="http://schemas.openxmlformats.org/officeDocument/2006/relationships/slide" Target="/ppt/slides/slide1.xml" Id="R06cbfa4e4d474134" /><Relationship Type="http://schemas.openxmlformats.org/officeDocument/2006/relationships/slide" Target="/ppt/slides/slide2.xml" Id="R0c3c07be71434f80" /><Relationship Type="http://schemas.openxmlformats.org/officeDocument/2006/relationships/slide" Target="/ppt/slides/slide3.xml" Id="R882d43eb71a44bcf" /><Relationship Type="http://schemas.openxmlformats.org/officeDocument/2006/relationships/slide" Target="/ppt/slides/slide4.xml" Id="R862027c14a05413a" /><Relationship Type="http://schemas.openxmlformats.org/officeDocument/2006/relationships/slide" Target="/ppt/slides/slide5.xml" Id="Reca8c6548484486e" /><Relationship Type="http://schemas.openxmlformats.org/officeDocument/2006/relationships/slide" Target="/ppt/slides/slide6.xml" Id="Rffafbacf24354ec2" /><Relationship Type="http://schemas.openxmlformats.org/officeDocument/2006/relationships/slide" Target="/ppt/slides/slide7.xml" Id="Rb24bcdf3544340b3" /><Relationship Type="http://schemas.openxmlformats.org/officeDocument/2006/relationships/slide" Target="/ppt/slides/slide8.xml" Id="Rd798ed087e8c4cb9" /><Relationship Type="http://schemas.openxmlformats.org/officeDocument/2006/relationships/slide" Target="/ppt/slides/slide9.xml" Id="R8dfb5aa44c014973" /><Relationship Type="http://schemas.openxmlformats.org/officeDocument/2006/relationships/slide" Target="/ppt/slides/slide10.xml" Id="R355929539d994ac3" /><Relationship Type="http://schemas.openxmlformats.org/officeDocument/2006/relationships/slide" Target="/ppt/slides/slide11.xml" Id="Re985f8c028b842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7e577d18fa4c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ab4e97bb574201" /><Relationship Type="http://schemas.openxmlformats.org/officeDocument/2006/relationships/notesMaster" Target="/ppt/notesMasters/notesMaster1.xml" Id="Re7ebaa68385844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18f68d40ee4b42" /><Relationship Type="http://schemas.openxmlformats.org/officeDocument/2006/relationships/notesMaster" Target="/ppt/notesMasters/notesMaster1.xml" Id="R69b7ea4161b945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90b779a8ef4b46" /><Relationship Type="http://schemas.openxmlformats.org/officeDocument/2006/relationships/notesMaster" Target="/ppt/notesMasters/notesMaster1.xml" Id="R8d2f8616d61e46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fbb00db537412f" /><Relationship Type="http://schemas.openxmlformats.org/officeDocument/2006/relationships/notesMaster" Target="/ppt/notesMasters/notesMaster1.xml" Id="Re2774c2e292d45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585694766143d4" /><Relationship Type="http://schemas.openxmlformats.org/officeDocument/2006/relationships/notesMaster" Target="/ppt/notesMasters/notesMaster1.xml" Id="R1e53c3291f804d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2612d8f3b7463d" /><Relationship Type="http://schemas.openxmlformats.org/officeDocument/2006/relationships/notesMaster" Target="/ppt/notesMasters/notesMaster1.xml" Id="R9ee3f0403e8746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515ac9487f4559" /><Relationship Type="http://schemas.openxmlformats.org/officeDocument/2006/relationships/notesMaster" Target="/ppt/notesMasters/notesMaster1.xml" Id="Rd242a03ba34943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01fbb5a6304ef6" /><Relationship Type="http://schemas.openxmlformats.org/officeDocument/2006/relationships/notesMaster" Target="/ppt/notesMasters/notesMaster1.xml" Id="R92fa7134896e48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017e3aee4b47ed" /><Relationship Type="http://schemas.openxmlformats.org/officeDocument/2006/relationships/notesMaster" Target="/ppt/notesMasters/notesMaster1.xml" Id="R954b4dd1860644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639f4be5a4401b" /><Relationship Type="http://schemas.openxmlformats.org/officeDocument/2006/relationships/notesMaster" Target="/ppt/notesMasters/notesMaster1.xml" Id="Rd1fbd1ff34594b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73c6023e254f9d" /><Relationship Type="http://schemas.openxmlformats.org/officeDocument/2006/relationships/notesMaster" Target="/ppt/notesMasters/notesMaster1.xml" Id="R465cbef2b9fb4e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b5700469241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9202baae0243f0" /><Relationship Type="http://schemas.openxmlformats.org/officeDocument/2006/relationships/slideLayout" Target="/ppt/slideLayouts/slideLayout1.xml" Id="Re9c5da790bf347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c5da790bf347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84674b9c748cc" /><Relationship Type="http://schemas.openxmlformats.org/officeDocument/2006/relationships/notesSlide" Target="/ppt/notesSlides/notesSlide1.xml" Id="R602c7d1a5f294c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8c8f2da1f4b4d" /><Relationship Type="http://schemas.openxmlformats.org/officeDocument/2006/relationships/notesSlide" Target="/ppt/notesSlides/notesSlide2.xml" Id="R603c71e23b2f4d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952e1813946d2" /><Relationship Type="http://schemas.openxmlformats.org/officeDocument/2006/relationships/notesSlide" Target="/ppt/notesSlides/notesSlide3.xml" Id="R93b5083f0be84e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421ef120f4390" /><Relationship Type="http://schemas.openxmlformats.org/officeDocument/2006/relationships/notesSlide" Target="/ppt/notesSlides/notesSlide4.xml" Id="R29a6a8f8e6ee43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ace64482b4220" /><Relationship Type="http://schemas.openxmlformats.org/officeDocument/2006/relationships/notesSlide" Target="/ppt/notesSlides/notesSlide5.xml" Id="R338a4cd2b15d45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1d564bcd24528" /><Relationship Type="http://schemas.openxmlformats.org/officeDocument/2006/relationships/notesSlide" Target="/ppt/notesSlides/notesSlide6.xml" Id="R2046c028462d45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48007c008417b" /><Relationship Type="http://schemas.openxmlformats.org/officeDocument/2006/relationships/notesSlide" Target="/ppt/notesSlides/notesSlide7.xml" Id="Ref986d98d84949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de6c6e6024c9a" /><Relationship Type="http://schemas.openxmlformats.org/officeDocument/2006/relationships/notesSlide" Target="/ppt/notesSlides/notesSlide8.xml" Id="Reffdd1d522964d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c57dd11534d0c" /><Relationship Type="http://schemas.openxmlformats.org/officeDocument/2006/relationships/notesSlide" Target="/ppt/notesSlides/notesSlide9.xml" Id="R4bc8ccc35a1f4d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c842844124760" /><Relationship Type="http://schemas.openxmlformats.org/officeDocument/2006/relationships/notesSlide" Target="/ppt/notesSlides/notesSlide10.xml" Id="R5d772b688bf54f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d8d84abe2400a" /><Relationship Type="http://schemas.openxmlformats.org/officeDocument/2006/relationships/notesSlide" Target="/ppt/notesSlides/notesSlide11.xml" Id="R8e07e07940c740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ect">
            <a:extLst xmlns:a="http://schemas.openxmlformats.org/drawingml/2006/main">
              <a:ext uri="{FF2B5EF4-FFF2-40B4-BE49-F238E27FC236}">
                <a16:creationId xmlns:a16="http://schemas.microsoft.com/office/drawing/2014/main" id="{1B834B5A-DF88-4C4F-AA5C-C19775E1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">
            <a:extLst xmlns:a="http://schemas.openxmlformats.org/drawingml/2006/main">
              <a:ext uri="{FF2B5EF4-FFF2-40B4-BE49-F238E27FC236}">
                <a16:creationId xmlns:a16="http://schemas.microsoft.com/office/drawing/2014/main" id="{BB44A2F5-320A-49F9-8F3C-E0BC96F7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">
            <a:extLst xmlns:a="http://schemas.openxmlformats.org/drawingml/2006/main">
              <a:ext uri="{FF2B5EF4-FFF2-40B4-BE49-F238E27FC236}">
                <a16:creationId xmlns:a16="http://schemas.microsoft.com/office/drawing/2014/main" id="{D627D6E5-5DAC-493E-BF29-ECEE8618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A349BD7B-EA80-4E18-98EE-94E431DC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C81C9A38-8C53-49C6-8E29-C6C9EC55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5AC249B2-59F1-4B8E-86BE-E90C42DC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57A810C3-2B0D-43B5-8FE3-875B39D4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0DF45A8E-12A1-4FC8-A72C-4D604429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691F357B-C5BC-4C79-80C7-2CE8F9FB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2552700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29063A77-8E3A-4802-9F6B-F43C43FC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888BDCCC-5B0E-4E99-B6AD-2FC4DE08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A202A07C-8AF4-42CF-9A14-FF54BBBC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613E10BE-926F-41EC-9F16-F95C39AD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F235F57C-8649-49A8-9B00-9E9E7D89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0D0C3528-5051-4603-A9D7-27AFDB68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074953E1-3BD1-418B-A269-52F06048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538BA304-9E85-4470-8E88-8F3D0968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2850356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9A73075A-5540-4F5B-A77E-10997841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E06520C8-8BB6-491B-8D37-E390E803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DE7D27D1-6F89-4535-AD5D-6AEA2E92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28C0C2C8-4E14-4E0A-B0EF-67E9801A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EECD2962-E57D-47F3-8189-36C471D1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E5B6D5D1-4FA4-4E28-BBAC-886D1422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BAFF4970-C0F3-4FE6-A089-76850783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B4E1F347-178A-4C25-B3E6-83D950FA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3148013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78B18A95-65A7-426D-81E6-2F7F17E6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64BE3FA9-E7C8-4334-AAA8-6C037906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5F237943-27C0-4D93-AAB1-77C5F809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6D20F01C-00FC-4090-924F-8A7B1D62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B3A96EC0-51B2-4721-B47C-54964ED4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">
            <a:extLst xmlns:a="http://schemas.openxmlformats.org/drawingml/2006/main">
              <a:ext uri="{FF2B5EF4-FFF2-40B4-BE49-F238E27FC236}">
                <a16:creationId xmlns:a16="http://schemas.microsoft.com/office/drawing/2014/main" id="{52ECCBC6-5D14-44BA-8A8B-1E67B31E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">
            <a:extLst xmlns:a="http://schemas.openxmlformats.org/drawingml/2006/main">
              <a:ext uri="{FF2B5EF4-FFF2-40B4-BE49-F238E27FC236}">
                <a16:creationId xmlns:a16="http://schemas.microsoft.com/office/drawing/2014/main" id="{C49D84BC-B9E9-4EB8-9189-804C2898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98070706-75AE-443D-B0B5-430508EF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3445669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8CD6D892-9055-48CD-9701-FBDDC16B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ct">
            <a:extLst xmlns:a="http://schemas.openxmlformats.org/drawingml/2006/main">
              <a:ext uri="{FF2B5EF4-FFF2-40B4-BE49-F238E27FC236}">
                <a16:creationId xmlns:a16="http://schemas.microsoft.com/office/drawing/2014/main" id="{5272BF99-DB5A-400C-AC7E-443472D8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ct">
            <a:extLst xmlns:a="http://schemas.openxmlformats.org/drawingml/2006/main">
              <a:ext uri="{FF2B5EF4-FFF2-40B4-BE49-F238E27FC236}">
                <a16:creationId xmlns:a16="http://schemas.microsoft.com/office/drawing/2014/main" id="{63379447-E663-48EE-AA99-34DEDC47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ct">
            <a:extLst xmlns:a="http://schemas.openxmlformats.org/drawingml/2006/main">
              <a:ext uri="{FF2B5EF4-FFF2-40B4-BE49-F238E27FC236}">
                <a16:creationId xmlns:a16="http://schemas.microsoft.com/office/drawing/2014/main" id="{DD29A628-DB62-4AEB-BE3F-9E3E8217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9EEC2D2D-E694-494C-9431-DF187EF5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ect">
            <a:extLst xmlns:a="http://schemas.openxmlformats.org/drawingml/2006/main">
              <a:ext uri="{FF2B5EF4-FFF2-40B4-BE49-F238E27FC236}">
                <a16:creationId xmlns:a16="http://schemas.microsoft.com/office/drawing/2014/main" id="{3F4FDD29-FDF0-4C59-882A-73F49C50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ct">
            <a:extLst xmlns:a="http://schemas.openxmlformats.org/drawingml/2006/main">
              <a:ext uri="{FF2B5EF4-FFF2-40B4-BE49-F238E27FC236}">
                <a16:creationId xmlns:a16="http://schemas.microsoft.com/office/drawing/2014/main" id="{E7F04E8F-8D66-4B64-B573-0F919329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ect">
            <a:extLst xmlns:a="http://schemas.openxmlformats.org/drawingml/2006/main">
              <a:ext uri="{FF2B5EF4-FFF2-40B4-BE49-F238E27FC236}">
                <a16:creationId xmlns:a16="http://schemas.microsoft.com/office/drawing/2014/main" id="{30A5679A-A486-4D43-82B9-FB6EE508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3743325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ect">
            <a:extLst xmlns:a="http://schemas.openxmlformats.org/drawingml/2006/main">
              <a:ext uri="{FF2B5EF4-FFF2-40B4-BE49-F238E27FC236}">
                <a16:creationId xmlns:a16="http://schemas.microsoft.com/office/drawing/2014/main" id="{D7BD3BFC-5C51-4E41-A1F4-6CCD4DF8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ect">
            <a:extLst xmlns:a="http://schemas.openxmlformats.org/drawingml/2006/main">
              <a:ext uri="{FF2B5EF4-FFF2-40B4-BE49-F238E27FC236}">
                <a16:creationId xmlns:a16="http://schemas.microsoft.com/office/drawing/2014/main" id="{F24F72B0-D56D-46D7-B6CD-891E1E14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ect">
            <a:extLst xmlns:a="http://schemas.openxmlformats.org/drawingml/2006/main">
              <a:ext uri="{FF2B5EF4-FFF2-40B4-BE49-F238E27FC236}">
                <a16:creationId xmlns:a16="http://schemas.microsoft.com/office/drawing/2014/main" id="{5F0147AB-42AF-41A7-AF51-22CB5C37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ect">
            <a:extLst xmlns:a="http://schemas.openxmlformats.org/drawingml/2006/main">
              <a:ext uri="{FF2B5EF4-FFF2-40B4-BE49-F238E27FC236}">
                <a16:creationId xmlns:a16="http://schemas.microsoft.com/office/drawing/2014/main" id="{33FD117D-3DBA-4880-8F05-1A3756C5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rect">
            <a:extLst xmlns:a="http://schemas.openxmlformats.org/drawingml/2006/main">
              <a:ext uri="{FF2B5EF4-FFF2-40B4-BE49-F238E27FC236}">
                <a16:creationId xmlns:a16="http://schemas.microsoft.com/office/drawing/2014/main" id="{7CEAB7D5-CD6E-420A-9A8F-4A7B54A9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rect">
            <a:extLst xmlns:a="http://schemas.openxmlformats.org/drawingml/2006/main">
              <a:ext uri="{FF2B5EF4-FFF2-40B4-BE49-F238E27FC236}">
                <a16:creationId xmlns:a16="http://schemas.microsoft.com/office/drawing/2014/main" id="{6170CADB-4BF9-40CB-BB63-287425F8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ect">
            <a:extLst xmlns:a="http://schemas.openxmlformats.org/drawingml/2006/main">
              <a:ext uri="{FF2B5EF4-FFF2-40B4-BE49-F238E27FC236}">
                <a16:creationId xmlns:a16="http://schemas.microsoft.com/office/drawing/2014/main" id="{D03D77D1-71A9-40E0-BE3F-830D2C4D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ct">
            <a:extLst xmlns:a="http://schemas.openxmlformats.org/drawingml/2006/main">
              <a:ext uri="{FF2B5EF4-FFF2-40B4-BE49-F238E27FC236}">
                <a16:creationId xmlns:a16="http://schemas.microsoft.com/office/drawing/2014/main" id="{F4D9AAC8-06BB-48D3-9160-8A47491F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4040981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ect">
            <a:extLst xmlns:a="http://schemas.openxmlformats.org/drawingml/2006/main">
              <a:ext uri="{FF2B5EF4-FFF2-40B4-BE49-F238E27FC236}">
                <a16:creationId xmlns:a16="http://schemas.microsoft.com/office/drawing/2014/main" id="{7B3E3BC7-F50A-4CA6-A6E9-2236E7D5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ect">
            <a:extLst xmlns:a="http://schemas.openxmlformats.org/drawingml/2006/main">
              <a:ext uri="{FF2B5EF4-FFF2-40B4-BE49-F238E27FC236}">
                <a16:creationId xmlns:a16="http://schemas.microsoft.com/office/drawing/2014/main" id="{61079DC0-0669-4CE3-8BAE-744DCDBD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rect">
            <a:extLst xmlns:a="http://schemas.openxmlformats.org/drawingml/2006/main">
              <a:ext uri="{FF2B5EF4-FFF2-40B4-BE49-F238E27FC236}">
                <a16:creationId xmlns:a16="http://schemas.microsoft.com/office/drawing/2014/main" id="{DD686A5D-9B19-4080-8B93-C7917E0C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rect">
            <a:extLst xmlns:a="http://schemas.openxmlformats.org/drawingml/2006/main">
              <a:ext uri="{FF2B5EF4-FFF2-40B4-BE49-F238E27FC236}">
                <a16:creationId xmlns:a16="http://schemas.microsoft.com/office/drawing/2014/main" id="{E28E392C-B1A8-43B0-A21D-EA7F948C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rect">
            <a:extLst xmlns:a="http://schemas.openxmlformats.org/drawingml/2006/main">
              <a:ext uri="{FF2B5EF4-FFF2-40B4-BE49-F238E27FC236}">
                <a16:creationId xmlns:a16="http://schemas.microsoft.com/office/drawing/2014/main" id="{3E12C4D8-C5F3-4789-829B-F9D67904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rect">
            <a:extLst xmlns:a="http://schemas.openxmlformats.org/drawingml/2006/main">
              <a:ext uri="{FF2B5EF4-FFF2-40B4-BE49-F238E27FC236}">
                <a16:creationId xmlns:a16="http://schemas.microsoft.com/office/drawing/2014/main" id="{42C04328-DD65-4F1E-B207-DED035D3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rect">
            <a:extLst xmlns:a="http://schemas.openxmlformats.org/drawingml/2006/main">
              <a:ext uri="{FF2B5EF4-FFF2-40B4-BE49-F238E27FC236}">
                <a16:creationId xmlns:a16="http://schemas.microsoft.com/office/drawing/2014/main" id="{DA709127-3477-4FE3-82A4-18D97028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rect">
            <a:extLst xmlns:a="http://schemas.openxmlformats.org/drawingml/2006/main">
              <a:ext uri="{FF2B5EF4-FFF2-40B4-BE49-F238E27FC236}">
                <a16:creationId xmlns:a16="http://schemas.microsoft.com/office/drawing/2014/main" id="{979E00A6-237D-43E9-A33C-062EC34D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4338638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rect">
            <a:extLst xmlns:a="http://schemas.openxmlformats.org/drawingml/2006/main">
              <a:ext uri="{FF2B5EF4-FFF2-40B4-BE49-F238E27FC236}">
                <a16:creationId xmlns:a16="http://schemas.microsoft.com/office/drawing/2014/main" id="{4C21E114-8820-4A21-A44F-F51A07CC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rect">
            <a:extLst xmlns:a="http://schemas.openxmlformats.org/drawingml/2006/main">
              <a:ext uri="{FF2B5EF4-FFF2-40B4-BE49-F238E27FC236}">
                <a16:creationId xmlns:a16="http://schemas.microsoft.com/office/drawing/2014/main" id="{55A9F4D6-9B1C-47AA-9F53-A7308D9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rect">
            <a:extLst xmlns:a="http://schemas.openxmlformats.org/drawingml/2006/main">
              <a:ext uri="{FF2B5EF4-FFF2-40B4-BE49-F238E27FC236}">
                <a16:creationId xmlns:a16="http://schemas.microsoft.com/office/drawing/2014/main" id="{081DE6B4-9C5F-4EDF-9CC1-1EC0937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3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rect">
            <a:extLst xmlns:a="http://schemas.openxmlformats.org/drawingml/2006/main">
              <a:ext uri="{FF2B5EF4-FFF2-40B4-BE49-F238E27FC236}">
                <a16:creationId xmlns:a16="http://schemas.microsoft.com/office/drawing/2014/main" id="{E4C86B4C-8405-4F1C-98CA-43EC7810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9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ect">
            <a:extLst xmlns:a="http://schemas.openxmlformats.org/drawingml/2006/main">
              <a:ext uri="{FF2B5EF4-FFF2-40B4-BE49-F238E27FC236}">
                <a16:creationId xmlns:a16="http://schemas.microsoft.com/office/drawing/2014/main" id="{B5459093-FFA4-4868-9601-9389437E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rect">
            <a:extLst xmlns:a="http://schemas.openxmlformats.org/drawingml/2006/main">
              <a:ext uri="{FF2B5EF4-FFF2-40B4-BE49-F238E27FC236}">
                <a16:creationId xmlns:a16="http://schemas.microsoft.com/office/drawing/2014/main" id="{DB3A4C7D-9A04-4BA6-903A-2869FC40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rect">
            <a:extLst xmlns:a="http://schemas.openxmlformats.org/drawingml/2006/main">
              <a:ext uri="{FF2B5EF4-FFF2-40B4-BE49-F238E27FC236}">
                <a16:creationId xmlns:a16="http://schemas.microsoft.com/office/drawing/2014/main" id="{F1BA3525-12B2-4B63-9BBC-4D911BD5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ect">
            <a:extLst xmlns:a="http://schemas.openxmlformats.org/drawingml/2006/main">
              <a:ext uri="{FF2B5EF4-FFF2-40B4-BE49-F238E27FC236}">
                <a16:creationId xmlns:a16="http://schemas.microsoft.com/office/drawing/2014/main" id="{06253DEB-A525-4893-95B6-C4D56DA9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4636294"/>
            <a:ext cx="297656" cy="297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631E8F7E-8019-4220-B121-1A82B09C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0981"/>
            <a:ext cx="357188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♞</a:t>
            </a:r>
          </a:p>
        </p:txBody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E40B4D84-AB96-4022-B484-828761C1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141" y="4636294"/>
            <a:ext cx="357188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♔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75D6BEED-1795-488D-BF6E-830A773A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797" y="3148013"/>
            <a:ext cx="357188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♛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09E57D0D-D1AE-4501-B92E-B132893E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CHESSTONG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62187F0E-3AC4-4CF6-ABB3-F90D9050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66800"/>
            <a:ext cx="590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让国际象棋</a:t>
            </a:r>
          </a:p>
          <a:p xmlns:a="http://schemas.openxmlformats.org/drawingml/2006/main">
            <a:pPr algn="l">
              <a:defRPr sz="40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更容易听懂，</a:t>
            </a:r>
          </a:p>
          <a:p xmlns:a="http://schemas.openxmlformats.org/drawingml/2006/main">
            <a:pPr algn="l">
              <a:defRPr sz="40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也更容易坚持。</a:t>
            </a:r>
          </a:p>
        </p:txBody>
      </p:sp>
      <p:sp>
        <p:nvSpPr>
          <p:cNvPr id="71" name="text">
            <a:extLst xmlns:a="http://schemas.openxmlformats.org/drawingml/2006/main">
              <a:ext uri="{FF2B5EF4-FFF2-40B4-BE49-F238E27FC236}">
                <a16:creationId xmlns:a16="http://schemas.microsoft.com/office/drawing/2014/main" id="{6EC4DA10-DA41-482C-9E30-E0D27620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33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国际象棋智能学习平台项目计划书</a:t>
            </a:r>
          </a:p>
        </p:txBody>
      </p:sp>
      <p:sp>
        <p:nvSpPr>
          <p:cNvPr id="72" name="text">
            <a:extLst xmlns:a="http://schemas.openxmlformats.org/drawingml/2006/main">
              <a:ext uri="{FF2B5EF4-FFF2-40B4-BE49-F238E27FC236}">
                <a16:creationId xmlns:a16="http://schemas.microsoft.com/office/drawing/2014/main" id="{88208904-A603-461F-B937-76F52FA2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0525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我6岁开始学棋，因此很清楚初学者最难的不是兴趣，而是理解和坚持。</a:t>
            </a:r>
          </a:p>
        </p:txBody>
      </p:sp>
      <p:sp>
        <p:nvSpPr>
          <p:cNvPr id="73" name="roundRect">
            <a:extLst xmlns:a="http://schemas.openxmlformats.org/drawingml/2006/main">
              <a:ext uri="{FF2B5EF4-FFF2-40B4-BE49-F238E27FC236}">
                <a16:creationId xmlns:a16="http://schemas.microsoft.com/office/drawing/2014/main" id="{3AFC3517-1103-4662-AFBC-A155975A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00625"/>
            <a:ext cx="5429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92A01CA1-A148-4FC1-8537-005E2F01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62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E8C8"/>
                </a:solidFill>
                <a:latin typeface="Aptos"/>
                <a:ea typeface="Aptos"/>
                <a:cs typeface="Aptos"/>
              </a:rPr>
              <a:t>社会效益优先：从渝中到重庆，帮助更多初学者</a:t>
            </a:r>
          </a:p>
        </p:txBody>
      </p:sp>
      <p:sp>
        <p:nvSpPr>
          <p:cNvPr id="75" name="rect">
            <a:extLst xmlns:a="http://schemas.openxmlformats.org/drawingml/2006/main">
              <a:ext uri="{FF2B5EF4-FFF2-40B4-BE49-F238E27FC236}">
                <a16:creationId xmlns:a16="http://schemas.microsoft.com/office/drawing/2014/main" id="{220F12E4-6211-4A43-9538-034A9DA9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6E34357A-BC75-4D69-A713-167E4ECA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Chesstong 国际象棋智能学习平台</a:t>
            </a:r>
          </a:p>
        </p:txBody>
      </p:sp>
      <p:sp>
        <p:nvSpPr>
          <p:cNvPr id="77" name="text">
            <a:extLst xmlns:a="http://schemas.openxmlformats.org/drawingml/2006/main">
              <a:ext uri="{FF2B5EF4-FFF2-40B4-BE49-F238E27FC236}">
                <a16:creationId xmlns:a16="http://schemas.microsoft.com/office/drawing/2014/main" id="{33207E30-B521-45A9-BDEB-534A59C9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33276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6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BB1D54E-50F5-4015-B29B-2B7E8380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4317AB4-7038-46CA-9754-8AD14945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为什么我想做这个项目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84A673A-255C-4E36-AAA1-18F292C4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真实的学习经历，比任何市场分析都更早提醒我：初学者需要有人把棋讲明白。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5485F0DA-AE67-42AB-88FE-FA03E173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3135DD3-F214-4DFE-8941-CA9418D4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我的起点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E8D4F7E-8082-4B79-A344-AD6861E5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我6岁开始学棋，越学越发现：很多孩子不是不想学，而是被术语、题目和缺少反馈卡住了。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27F8C783-121F-42E4-B655-239C73F9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35DA795-8AC9-4018-B6A3-25D451B7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479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家长的重要性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9DFF8EA-966A-480B-B3F8-07350B6F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2895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低龄孩子能不能坚持，家长的鼓励和监督很关键。但很多家长不懂棋，也不知道怎么看学习效果。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DF54C2EF-29DF-4FC4-8039-9D34A815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4C750D0-DCDF-44ED-89A7-3E04DA0F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项目初心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3547C7B-4C17-420A-ABB7-7E433E2E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28950"/>
            <a:ext cx="2724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用技术把“听不懂”变成“能理解”，把“没人监督”变成“家长老师能看见”。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27372CEF-F222-4A17-9B71-7DF483B4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33F46B2-56E3-4951-9BCD-26ED8E3D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Chesstong 国际象棋智能学习平台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10857BF-C76D-4D43-98DB-D04116D4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1475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33570A3C-C99D-42FF-BD40-F58A8C1A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PAIN POINTS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75719B2-8075-4230-B165-4F1A6C36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初学者真正卡在哪里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EBE084D-0DAC-4193-BAC4-C9F57E2D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尤其是 4-10 岁、三级之前的孩子，他们最需要的是清楚解释和持续陪伴。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CABB0CFB-EB57-43A0-A2CC-A010D660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648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C71646-38F9-4E45-85F9-0E4E454C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专业语言难懂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1C0F5FB-BCB4-4523-A924-E4BE5F47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22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牵制、闪击、弱格、子力协调……词会背，不代表孩子真的理解。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6D47499A-CA81-4206-BCD2-5F122075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4648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A676F9-9732-4100-9291-319D4DAA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1460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做题只有对错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62A45D6-09DE-43FF-B7C7-55056785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422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很多题库告诉学生答案，却没有解释为什么。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754D00E6-FA82-4D49-928B-D7BB6B51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648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D59BC9C-26C8-4CC7-BE46-E5A2CB06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家长难监督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180E81-1491-44A9-A7E2-E771416B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422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家长愿意支持，但不懂棋，很难知道孩子是否真的进步。</a:t>
            </a:r>
          </a:p>
        </p:txBody>
      </p:sp>
      <p:sp>
        <p:nvSpPr>
          <p:cNvPr id="13" name="roundRect">
            <a:extLst xmlns:a="http://schemas.openxmlformats.org/drawingml/2006/main">
              <a:ext uri="{FF2B5EF4-FFF2-40B4-BE49-F238E27FC236}">
                <a16:creationId xmlns:a16="http://schemas.microsoft.com/office/drawing/2014/main" id="{B2CF6B7D-0A8D-4DE1-B658-631C0709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46482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24A7DC2-02C2-413C-915E-2CA5921D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3385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课后管理困难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1DF4FBC-281B-4197-AC0C-C923DE1F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422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老师课堂讲完后，很难持续追踪每个学生练习情况。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80F73582-35B9-4E38-8FBA-1D9AFD44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7156BE2-CD7B-4C9E-A770-6B441421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Chesstong 国际象棋智能学习平台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BEC262F-8905-412D-9138-7F92071B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4429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6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3169C9F-0F5F-4595-A029-BC6D5934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4C779AA-0A08-4865-BFBD-82CE6281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Chesstong 的学习闭环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AE02EC8-3AED-4E83-B5A6-1F5DCEA4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孩子练习，AI 解释，家长监督，老师管理：把学棋从课堂延伸到每天。</a:t>
            </a:r>
          </a:p>
        </p:txBody>
      </p:sp>
      <p:sp>
        <p:nvSpPr>
          <p:cNvPr id="4" name="ellipse">
            <a:extLst xmlns:a="http://schemas.openxmlformats.org/drawingml/2006/main">
              <a:ext uri="{FF2B5EF4-FFF2-40B4-BE49-F238E27FC236}">
                <a16:creationId xmlns:a16="http://schemas.microsoft.com/office/drawing/2014/main" id="{87AC6A32-499F-481B-9DF7-ABD01417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86075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BBAE72-BD4E-4584-BA43-295F580D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24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E8C8"/>
                </a:solidFill>
                <a:latin typeface="Aptos"/>
                <a:ea typeface="Aptos"/>
                <a:cs typeface="Aptos"/>
              </a:rPr>
              <a:t>Chesstong</a:t>
            </a:r>
          </a:p>
        </p:txBody>
      </p:sp>
      <p:sp>
        <p:nvSpPr>
          <p:cNvPr id="6" name="roundRect">
            <a:extLst xmlns:a="http://schemas.openxmlformats.org/drawingml/2006/main">
              <a:ext uri="{FF2B5EF4-FFF2-40B4-BE49-F238E27FC236}">
                <a16:creationId xmlns:a16="http://schemas.microsoft.com/office/drawing/2014/main" id="{0B8707AE-FECC-40CD-A954-51D34C0E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7160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4283CC-87D9-4CDE-9702-D7143FDF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24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孩子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58B159-287D-436F-A7A5-C2E6EA9E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做题 / 对战 / 学习</a:t>
            </a:r>
          </a:p>
        </p:txBody>
      </p:sp>
      <p:sp>
        <p:nvSpPr>
          <p:cNvPr id="9" name="roundRect">
            <a:extLst xmlns:a="http://schemas.openxmlformats.org/drawingml/2006/main">
              <a:ext uri="{FF2B5EF4-FFF2-40B4-BE49-F238E27FC236}">
                <a16:creationId xmlns:a16="http://schemas.microsoft.com/office/drawing/2014/main" id="{E3BDF1E0-60DF-41C8-9DFC-86CA3D55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28975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E4D41C-8091-460B-A957-25397100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68B79EB-4557-499C-B374-5B511D24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052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讲清楚每一步</a:t>
            </a:r>
          </a:p>
        </p:txBody>
      </p:sp>
      <p:sp>
        <p:nvSpPr>
          <p:cNvPr id="12" name="roundRect">
            <a:extLst xmlns:a="http://schemas.openxmlformats.org/drawingml/2006/main">
              <a:ext uri="{FF2B5EF4-FFF2-40B4-BE49-F238E27FC236}">
                <a16:creationId xmlns:a16="http://schemas.microsoft.com/office/drawing/2014/main" id="{43551AEA-CF1E-4044-9F5E-AD8E0E00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86350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34DD1E9-8CD8-4BD3-AF7D-5BBDEB81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38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家长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9C5A0C0-3817-472A-8796-E69B7240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62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看见坚持和进步</a:t>
            </a:r>
          </a:p>
        </p:txBody>
      </p:sp>
      <p:sp>
        <p:nvSpPr>
          <p:cNvPr id="15" name="roundRect">
            <a:extLst xmlns:a="http://schemas.openxmlformats.org/drawingml/2006/main">
              <a:ext uri="{FF2B5EF4-FFF2-40B4-BE49-F238E27FC236}">
                <a16:creationId xmlns:a16="http://schemas.microsoft.com/office/drawing/2014/main" id="{62D0D078-8A83-4286-AD30-AF1FF8BB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28975"/>
            <a:ext cx="2190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F1D2983-37E9-4A21-858E-EF8EB3E2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81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老师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4DEDCF5-6422-4E20-85BF-A259A370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052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布置任务和管理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F1923306-C6C5-4E4F-A24B-5D2808AB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03FB1D8-545F-4136-A823-AE42F714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Chesstong 国际象棋智能学习平台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72A521D-B26F-430D-90AC-C773483B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1156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0485D1B-6F90-4F4C-93C0-C25DE069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CORE INNOVATION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898E9BF-6957-426F-9C69-3F6D9BA4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E8C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E8C8"/>
                </a:solidFill>
                <a:latin typeface="Aptos Display"/>
                <a:ea typeface="Aptos Display"/>
                <a:cs typeface="Aptos Display"/>
              </a:rPr>
              <a:t>用大语言模型，把专业棋语讲成孩子听得懂的话</a:t>
            </a:r>
          </a:p>
        </p:txBody>
      </p:sp>
      <p:sp>
        <p:nvSpPr>
          <p:cNvPr id="3" name="roundRect">
            <a:extLst xmlns:a="http://schemas.openxmlformats.org/drawingml/2006/main">
              <a:ext uri="{FF2B5EF4-FFF2-40B4-BE49-F238E27FC236}">
                <a16:creationId xmlns:a16="http://schemas.microsoft.com/office/drawing/2014/main" id="{CC77C6EE-F20E-4D29-8AB9-E65C64C3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1949617-7A8E-458D-B79F-C709533A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1E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E24"/>
                </a:solidFill>
                <a:latin typeface="Aptos"/>
                <a:ea typeface="Aptos"/>
                <a:cs typeface="Aptos"/>
              </a:rPr>
              <a:t>传统说法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BB8621D-BA7A-4701-9AA8-1F2DA98B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“这是一个牵制。被牵制的子不能随便移动，否则会暴露后方更重要的目标。”</a:t>
            </a:r>
          </a:p>
        </p:txBody>
      </p:sp>
      <p:sp>
        <p:nvSpPr>
          <p:cNvPr id="6" name="roundRect">
            <a:extLst xmlns:a="http://schemas.openxmlformats.org/drawingml/2006/main">
              <a:ext uri="{FF2B5EF4-FFF2-40B4-BE49-F238E27FC236}">
                <a16:creationId xmlns:a16="http://schemas.microsoft.com/office/drawing/2014/main" id="{9FB0C12A-7E05-49F4-A380-B52F29F6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2E5883C-F869-414B-A01A-7552E4A9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AI 面向初学者解释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5616C6-B342-4DE8-BE17-51A42710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861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“这个棋子后面保护着更重要的棋子，所以它现在不能乱走，就像被钉在原地一样。”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28DECAE6-305B-4590-8EF8-2706F680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35298DD-D043-488C-8416-F4C7C9FB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Chesstong 国际象棋智能学习平台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82D99BB-4E30-4581-926E-59BF4667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78294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BD04147-E7C7-4FD9-98A7-5EC97266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A481639-D73C-4E46-9834-A4E7EB24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平台目前能做什么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2625474-D802-4CBC-91FD-F9743464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不是单一题库，而是面向初学者、家长和老师的一整套学习工具。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7E33AC9F-922F-494A-9D87-1C70C0D0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B7118F2-EF13-46B4-AC6D-3B41C4AE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学习中心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9701E8B-5682-43A7-B145-8C146B4B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开局原则、中局思路、残局基础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AF2E9A64-6B0D-4168-A39C-064EE591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050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AEC6F7A-D625-44DF-882E-8DC52778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题库训练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6396501-C689-4EF4-B7EA-48932657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做题、判定、提示、错题反馈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D3B699C7-F5AD-4FAB-8932-B264A08A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39D635C-63A8-4558-AFD3-E82EAA68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AI 讲解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8282BD3-C155-4D65-A1F4-498D3C90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把专业内容解释成新手能懂的话</a:t>
            </a:r>
          </a:p>
        </p:txBody>
      </p:sp>
      <p:sp>
        <p:nvSpPr>
          <p:cNvPr id="13" name="roundRect">
            <a:extLst xmlns:a="http://schemas.openxmlformats.org/drawingml/2006/main">
              <a:ext uri="{FF2B5EF4-FFF2-40B4-BE49-F238E27FC236}">
                <a16:creationId xmlns:a16="http://schemas.microsoft.com/office/drawing/2014/main" id="{0AD0E1CA-BC79-46B0-ADB6-0ACC396F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2AAE40F-8009-4AE5-B83D-AE34D415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人机对战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958F9C7-FA7D-47FE-BF67-9C22EE98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Stockfish 练习与建议走法</a:t>
            </a:r>
          </a:p>
        </p:txBody>
      </p:sp>
      <p:sp>
        <p:nvSpPr>
          <p:cNvPr id="16" name="roundRect">
            <a:extLst xmlns:a="http://schemas.openxmlformats.org/drawingml/2006/main">
              <a:ext uri="{FF2B5EF4-FFF2-40B4-BE49-F238E27FC236}">
                <a16:creationId xmlns:a16="http://schemas.microsoft.com/office/drawing/2014/main" id="{0D466236-2AAD-4B41-AE33-9C8366C6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3380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AFABBCC-DBC5-4A00-9791-EE812545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家长中心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2FE0F01-0ADE-41DC-8149-960C5909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绑定孩子、学习周报、计划监督</a:t>
            </a:r>
          </a:p>
        </p:txBody>
      </p:sp>
      <p:sp>
        <p:nvSpPr>
          <p:cNvPr id="19" name="roundRect">
            <a:extLst xmlns:a="http://schemas.openxmlformats.org/drawingml/2006/main">
              <a:ext uri="{FF2B5EF4-FFF2-40B4-BE49-F238E27FC236}">
                <a16:creationId xmlns:a16="http://schemas.microsoft.com/office/drawing/2014/main" id="{D0A59489-192F-4BD0-BA67-ADCD1E1B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170EC33-3761-4050-93E9-9283B8BF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老师管理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34D5BE6-7FD5-4E4B-9802-B52D0726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班级、作业、公告与学生情况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E2C0E95A-545A-473E-ADE6-6FE62D85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988203D-FF9A-4729-8DFE-99F5E0A7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Chesstong 国际象棋智能学习平台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39E81AE-43E7-4E99-8AD6-6D449D06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9608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6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F32B99B-15F4-436F-9344-2F9A9C50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PROGRESS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E1620F1-D607-4A39-B276-31E3955B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目前进展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8F4D4D0-A1B8-4C57-A6D0-3B21DDC2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项目已经不是停留在想法里，而是开始真实服务初学者。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CBE271A4-D107-4FB2-B3A2-3C35A267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600F4C8-043A-479E-8A48-E9412EED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E8C8"/>
                </a:solidFill>
                <a:latin typeface="Aptos"/>
                <a:ea typeface="Aptos"/>
                <a:cs typeface="Aptos"/>
              </a:rPr>
              <a:t>已上线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A6C2FD3-9351-41B5-9FA4-8FE6E975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具备注册、学习、训练、AI 讲解、家长/老师管理等功能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126A5EC0-497B-401B-9FF5-F30C7CEB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25F09F-DA58-415D-8578-FFDB0573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38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获得认可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5C33D6-5285-4A7B-BBD2-305C9EFA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B2F"/>
                </a:solidFill>
                <a:latin typeface="Aptos"/>
                <a:ea typeface="Aptos"/>
                <a:cs typeface="Aptos"/>
              </a:rPr>
              <a:t>获得渝中区国际象棋协会认可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4B74D9A7-551C-45B8-9A14-31CA235F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15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9E0176A-78F5-498E-B19F-7355C762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E8C8"/>
                </a:solidFill>
                <a:latin typeface="Aptos"/>
                <a:ea typeface="Aptos"/>
                <a:cs typeface="Aptos"/>
              </a:rPr>
              <a:t>正在使用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068A9B9-BDBC-4D00-89F0-15F02C39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帮助当地初学者进行国际象棋学习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8D6E9F09-93CF-4027-BC2D-0B285691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8804376-B59A-402E-8057-00E24423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Chesstong 国际象棋智能学习平台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9185412-A828-4305-A7AE-CDEFC493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544679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A16B8DC-C3C3-43D8-BF2B-EBBE2DDD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IMPACT FIRST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334D841-0BB1-4CD4-80EC-7E88FC5B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现阶段最重要的是社会效益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9C8FD41-5E5B-492F-B72E-8EBFA02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先让更多孩子用得上、看得懂、坚持得下去。</a:t>
            </a:r>
          </a:p>
        </p:txBody>
      </p:sp>
      <p:sp>
        <p:nvSpPr>
          <p:cNvPr id="4" name="ellipse">
            <a:extLst xmlns:a="http://schemas.openxmlformats.org/drawingml/2006/main">
              <a:ext uri="{FF2B5EF4-FFF2-40B4-BE49-F238E27FC236}">
                <a16:creationId xmlns:a16="http://schemas.microsoft.com/office/drawing/2014/main" id="{2A91ECB7-022E-485C-BF3B-9BE95DBE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B042A18-2DAA-4CDA-B472-4E3BC4B0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765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帮助孩子降低入门门槛：不被专业术语挡在门外。</a:t>
            </a:r>
          </a:p>
        </p:txBody>
      </p:sp>
      <p:sp>
        <p:nvSpPr>
          <p:cNvPr id="6" name="ellipse">
            <a:extLst xmlns:a="http://schemas.openxmlformats.org/drawingml/2006/main">
              <a:ext uri="{FF2B5EF4-FFF2-40B4-BE49-F238E27FC236}">
                <a16:creationId xmlns:a16="http://schemas.microsoft.com/office/drawing/2014/main" id="{18A951C4-3FAC-485D-BE4F-7AA239B0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B1A0F26-CC3E-44A8-8ED2-B0827FB4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帮助家长更好陪伴：不懂棋，也能看到练习和进步。</a:t>
            </a:r>
          </a:p>
        </p:txBody>
      </p:sp>
      <p:sp>
        <p:nvSpPr>
          <p:cNvPr id="8" name="ellipse">
            <a:extLst xmlns:a="http://schemas.openxmlformats.org/drawingml/2006/main">
              <a:ext uri="{FF2B5EF4-FFF2-40B4-BE49-F238E27FC236}">
                <a16:creationId xmlns:a16="http://schemas.microsoft.com/office/drawing/2014/main" id="{78B098F0-2004-45B5-924B-53BA33DE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0D9F8F-1C0D-4417-9304-EB03FDC9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帮助老师提高效率：课后练习变得可追踪、可反馈。</a:t>
            </a:r>
          </a:p>
        </p:txBody>
      </p:sp>
      <p:sp>
        <p:nvSpPr>
          <p:cNvPr id="10" name="ellipse">
            <a:extLst xmlns:a="http://schemas.openxmlformats.org/drawingml/2006/main">
              <a:ext uri="{FF2B5EF4-FFF2-40B4-BE49-F238E27FC236}">
                <a16:creationId xmlns:a16="http://schemas.microsoft.com/office/drawing/2014/main" id="{4DFE47B5-BEF6-45C3-9BD6-57BEEE8B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2F805D8-6502-4BEE-9175-1CF89173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855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帮助重庆少儿国际象棋普及：从渝中试点，慢慢服务更多区域。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F1A600C2-4C0D-4880-8A26-BE9E107D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EB1012A-3424-4C55-BB3F-5BF2F7DA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Chesstong 国际象棋智能学习平台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ADAEC47-944F-459E-9821-46F30EE5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57579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6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D2B1F1DA-A2AC-47BB-9CD2-909D24BB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7AD96C7-3BAD-46F3-AE7A-31DD3ABD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从渝中到重庆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CC73A17-2416-419F-825B-1954E883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先把小范围做好，再稳步推广，而不是一开始就追求规模。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770CDFBB-425C-4A71-91B3-D3FEAF89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266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6961036-9571-499B-A604-E663834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E2A8B5D-E726-402A-A916-F6E6AE0F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渝中试点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7D603AD-AE6F-46A2-9691-50A812D5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继续收集孩子、家长、老师的真实反馈</a:t>
            </a:r>
          </a:p>
        </p:txBody>
      </p:sp>
      <p:sp>
        <p:nvSpPr>
          <p:cNvPr id="8" name="roundRect">
            <a:extLst xmlns:a="http://schemas.openxmlformats.org/drawingml/2006/main">
              <a:ext uri="{FF2B5EF4-FFF2-40B4-BE49-F238E27FC236}">
                <a16:creationId xmlns:a16="http://schemas.microsoft.com/office/drawing/2014/main" id="{32547FC1-08A9-44AB-9059-7C1135EA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2266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1D16BE2-75D3-49F8-AB55-071DA32C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3E1D2CB-F6E5-42B2-B71D-BBCACB64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优化体验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B573325-2BAA-4840-8E9E-FAF82BEF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改进 AI 讲解、题库难度和学习报告</a:t>
            </a:r>
          </a:p>
        </p:txBody>
      </p:sp>
      <p:sp>
        <p:nvSpPr>
          <p:cNvPr id="12" name="roundRect">
            <a:extLst xmlns:a="http://schemas.openxmlformats.org/drawingml/2006/main">
              <a:ext uri="{FF2B5EF4-FFF2-40B4-BE49-F238E27FC236}">
                <a16:creationId xmlns:a16="http://schemas.microsoft.com/office/drawing/2014/main" id="{D1A17DD2-CBBF-42B9-BE5B-5DFD6685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2266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E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9012D29-F791-473A-A289-6F9C6664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998DB41-8A00-48AD-B2FA-710E43B7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区域推广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878D9A0-9D19-4029-97EC-1D704525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33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与更多老师、机构和协会合作</a:t>
            </a:r>
          </a:p>
        </p:txBody>
      </p:sp>
      <p:sp>
        <p:nvSpPr>
          <p:cNvPr id="16" name="roundRect">
            <a:extLst xmlns:a="http://schemas.openxmlformats.org/drawingml/2006/main">
              <a:ext uri="{FF2B5EF4-FFF2-40B4-BE49-F238E27FC236}">
                <a16:creationId xmlns:a16="http://schemas.microsoft.com/office/drawing/2014/main" id="{0F19758D-42C4-4F01-8AA4-F6353302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2266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4FE6D5E-780D-480F-84CC-875BC9F9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3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602A336-4F79-44F6-9746-EFBB12C9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服务重庆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7936ADD-5E94-4883-B5DC-D2E817D9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338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B6B61"/>
                </a:solidFill>
                <a:latin typeface="Aptos"/>
                <a:ea typeface="Aptos"/>
                <a:cs typeface="Aptos"/>
              </a:rPr>
              <a:t>覆盖更多 4-10 岁、三级之前学习者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B7121A5E-DC52-4AFF-AEE0-E59AE625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47BA49E-0983-49FD-817A-46D16E15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Chesstong 国际象棋智能学习平台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7F8D56A-7AA9-49C6-B2F6-B116096C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479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397ADE75-95E4-42C2-BBF5-0DD53775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FUTURE VALUE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99B3C81-4840-4763-A3AB-87AB69DC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E8C8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7E8C8"/>
                </a:solidFill>
                <a:latin typeface="Aptos Display"/>
                <a:ea typeface="Aptos Display"/>
                <a:cs typeface="Aptos Display"/>
              </a:rPr>
              <a:t>未来可能的经济效益：</a:t>
            </a:r>
          </a:p>
          <a:p xmlns:a="http://schemas.openxmlformats.org/drawingml/2006/main">
            <a:pPr algn="l">
              <a:defRPr sz="3450" b="1">
                <a:solidFill>
                  <a:srgbClr val="F7E8C8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7E8C8"/>
                </a:solidFill>
                <a:latin typeface="Aptos Display"/>
                <a:ea typeface="Aptos Display"/>
                <a:cs typeface="Aptos Display"/>
              </a:rPr>
              <a:t>个人学棋 Agent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FCF5C47-E6CB-453B-BBFF-499DC310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现阶段以社会效益为主。等平台服务更多初学者后，可以为更高级学习者提供个性化 AI 教练。</a:t>
            </a:r>
          </a:p>
        </p:txBody>
      </p:sp>
      <p:sp>
        <p:nvSpPr>
          <p:cNvPr id="4" name="roundRect">
            <a:extLst xmlns:a="http://schemas.openxmlformats.org/drawingml/2006/main">
              <a:ext uri="{FF2B5EF4-FFF2-40B4-BE49-F238E27FC236}">
                <a16:creationId xmlns:a16="http://schemas.microsoft.com/office/drawing/2014/main" id="{1F373FC6-DD6D-4A54-A079-57A53594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2395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E03FC86-4461-4451-9991-093DED20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2954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记录学生情况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BC5E7F-CDD6-4AAB-B355-BF59AD6A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76400"/>
            <a:ext cx="367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错题、对局、训练时间、目标等级</a:t>
            </a:r>
          </a:p>
        </p:txBody>
      </p:sp>
      <p:sp>
        <p:nvSpPr>
          <p:cNvPr id="7" name="roundRect">
            <a:extLst xmlns:a="http://schemas.openxmlformats.org/drawingml/2006/main">
              <a:ext uri="{FF2B5EF4-FFF2-40B4-BE49-F238E27FC236}">
                <a16:creationId xmlns:a16="http://schemas.microsoft.com/office/drawing/2014/main" id="{115315FF-B4C0-4AB4-97E9-8EBA7155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061AAA2-43CA-4194-BB01-1EDD85F7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生成学习计划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4D465CF-0CED-4A7A-BD0B-4100510B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24200"/>
            <a:ext cx="367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每天练什么、为什么练、如何复盘</a:t>
            </a:r>
          </a:p>
        </p:txBody>
      </p:sp>
      <p:sp>
        <p:nvSpPr>
          <p:cNvPr id="10" name="roundRect">
            <a:extLst xmlns:a="http://schemas.openxmlformats.org/drawingml/2006/main">
              <a:ext uri="{FF2B5EF4-FFF2-40B4-BE49-F238E27FC236}">
                <a16:creationId xmlns:a16="http://schemas.microsoft.com/office/drawing/2014/main" id="{48444B9C-A0FB-4586-A76E-35189D15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955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E5D3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D9C8C82-63F9-4BAB-AC43-791224E2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9100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B2F"/>
                </a:solidFill>
                <a:latin typeface="Aptos"/>
                <a:ea typeface="Aptos"/>
                <a:cs typeface="Aptos"/>
              </a:rPr>
              <a:t>长期陪伴进步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551B92-EACD-4C07-9788-B0E398EF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72000"/>
            <a:ext cx="367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像一个随时能解释的 AI 学棋助手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F6B4BA50-8E8C-41A1-9E97-0603343A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7417D1F-D7BC-4DDA-BF7F-2BB86DD7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Chesstong 国际象棋智能学习平台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899BF51-A8F6-4A44-86C7-EB94D19F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80905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ect">
            <a:extLst xmlns:a="http://schemas.openxmlformats.org/drawingml/2006/main">
              <a:ext uri="{FF2B5EF4-FFF2-40B4-BE49-F238E27FC236}">
                <a16:creationId xmlns:a16="http://schemas.microsoft.com/office/drawing/2014/main" id="{1666CDDC-B03A-4955-AAEC-78978C5F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ct">
            <a:extLst xmlns:a="http://schemas.openxmlformats.org/drawingml/2006/main">
              <a:ext uri="{FF2B5EF4-FFF2-40B4-BE49-F238E27FC236}">
                <a16:creationId xmlns:a16="http://schemas.microsoft.com/office/drawing/2014/main" id="{A520D3F4-71FD-446F-9D4E-C656416D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">
            <a:extLst xmlns:a="http://schemas.openxmlformats.org/drawingml/2006/main">
              <a:ext uri="{FF2B5EF4-FFF2-40B4-BE49-F238E27FC236}">
                <a16:creationId xmlns:a16="http://schemas.microsoft.com/office/drawing/2014/main" id="{ACC715DA-E775-49FE-B7F7-1EC13B37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4CA899F7-7D51-4005-91A7-5E44B05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7A29B46F-3564-47E8-91D9-27B9646A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">
            <a:extLst xmlns:a="http://schemas.openxmlformats.org/drawingml/2006/main">
              <a:ext uri="{FF2B5EF4-FFF2-40B4-BE49-F238E27FC236}">
                <a16:creationId xmlns:a16="http://schemas.microsoft.com/office/drawing/2014/main" id="{14923BC7-EC3C-4C9C-8822-AD35DA0A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">
            <a:extLst xmlns:a="http://schemas.openxmlformats.org/drawingml/2006/main">
              <a:ext uri="{FF2B5EF4-FFF2-40B4-BE49-F238E27FC236}">
                <a16:creationId xmlns:a16="http://schemas.microsoft.com/office/drawing/2014/main" id="{EE33930A-BA68-4DB0-ADF0-FD3C978B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FD68536A-6449-4F92-8ED9-8D6E3C25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211455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A3312532-10D5-4DE5-ABD0-D27C59CA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907B8A66-19E5-43D5-B31D-59218FD5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AFD379FF-A8CD-4636-9AEB-115C37A7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9FFC0B97-D68B-48D7-92D1-1DFB3DF3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9A42B85A-76CD-4C60-8414-2E101D06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DB4DD4AE-935C-4A44-8D43-D1775611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EEBA1BC0-CEC3-47C7-A041-6AF11B29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29F1989B-662C-4518-9C83-31B31E0F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242411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E21EBB63-9E7B-4E20-8B19-BD0AABF9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A555135F-4970-489D-B7D6-3508E7C0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E8CCDEBA-6788-4570-8816-85A034D2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0DC9F1E3-8F54-4318-A106-6A504746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86C8644D-C655-4AAD-B23B-D93CFDC2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BC257446-6A7F-47D8-A57C-397D089C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19FAA2A0-D3C7-4EF2-905C-CF9528B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D957C3CB-B674-4AB6-B2F8-4264E135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273367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688E8519-3688-4DAA-A166-D1E31E1B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01F230D6-AF25-4593-B464-58978E6A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B5235ADC-99C2-45F9-82FA-511DA49D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054D6512-3EEF-4C8D-8071-DE6648F5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6836E3EA-2DC8-4B05-BF20-E9E2A72E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F2416456-29F3-4612-9535-37BF6B87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">
            <a:extLst xmlns:a="http://schemas.openxmlformats.org/drawingml/2006/main">
              <a:ext uri="{FF2B5EF4-FFF2-40B4-BE49-F238E27FC236}">
                <a16:creationId xmlns:a16="http://schemas.microsoft.com/office/drawing/2014/main" id="{FCA8B7ED-DA11-4236-A68A-6FD6FB5A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">
            <a:extLst xmlns:a="http://schemas.openxmlformats.org/drawingml/2006/main">
              <a:ext uri="{FF2B5EF4-FFF2-40B4-BE49-F238E27FC236}">
                <a16:creationId xmlns:a16="http://schemas.microsoft.com/office/drawing/2014/main" id="{3B5BA4CA-F000-4CE7-B410-A7B321CA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04323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01F77E9E-E419-44A1-AF97-CEAEE2C0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1621170B-8EBB-4EDE-B91E-691DB331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ct">
            <a:extLst xmlns:a="http://schemas.openxmlformats.org/drawingml/2006/main">
              <a:ext uri="{FF2B5EF4-FFF2-40B4-BE49-F238E27FC236}">
                <a16:creationId xmlns:a16="http://schemas.microsoft.com/office/drawing/2014/main" id="{B4CE8916-EC83-4F1D-A92B-6652DCAB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ct">
            <a:extLst xmlns:a="http://schemas.openxmlformats.org/drawingml/2006/main">
              <a:ext uri="{FF2B5EF4-FFF2-40B4-BE49-F238E27FC236}">
                <a16:creationId xmlns:a16="http://schemas.microsoft.com/office/drawing/2014/main" id="{43224ED7-86B2-439C-AB40-937D0739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ct">
            <a:extLst xmlns:a="http://schemas.openxmlformats.org/drawingml/2006/main">
              <a:ext uri="{FF2B5EF4-FFF2-40B4-BE49-F238E27FC236}">
                <a16:creationId xmlns:a16="http://schemas.microsoft.com/office/drawing/2014/main" id="{8C60E203-3161-4F37-9D69-411CD8EF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A744CBCB-9F87-4075-BBB0-FDB3FAC8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ect">
            <a:extLst xmlns:a="http://schemas.openxmlformats.org/drawingml/2006/main">
              <a:ext uri="{FF2B5EF4-FFF2-40B4-BE49-F238E27FC236}">
                <a16:creationId xmlns:a16="http://schemas.microsoft.com/office/drawing/2014/main" id="{ED0EF80D-32F3-403D-A409-B06F068C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ct">
            <a:extLst xmlns:a="http://schemas.openxmlformats.org/drawingml/2006/main">
              <a:ext uri="{FF2B5EF4-FFF2-40B4-BE49-F238E27FC236}">
                <a16:creationId xmlns:a16="http://schemas.microsoft.com/office/drawing/2014/main" id="{14CF1F33-5EE7-4AF2-A075-69121ECF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352800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ect">
            <a:extLst xmlns:a="http://schemas.openxmlformats.org/drawingml/2006/main">
              <a:ext uri="{FF2B5EF4-FFF2-40B4-BE49-F238E27FC236}">
                <a16:creationId xmlns:a16="http://schemas.microsoft.com/office/drawing/2014/main" id="{3E970648-89C3-433C-997B-8244BD3F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ect">
            <a:extLst xmlns:a="http://schemas.openxmlformats.org/drawingml/2006/main">
              <a:ext uri="{FF2B5EF4-FFF2-40B4-BE49-F238E27FC236}">
                <a16:creationId xmlns:a16="http://schemas.microsoft.com/office/drawing/2014/main" id="{171F58E4-01E8-45F3-8128-BBE99468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ect">
            <a:extLst xmlns:a="http://schemas.openxmlformats.org/drawingml/2006/main">
              <a:ext uri="{FF2B5EF4-FFF2-40B4-BE49-F238E27FC236}">
                <a16:creationId xmlns:a16="http://schemas.microsoft.com/office/drawing/2014/main" id="{EF2D90C1-013D-422D-8AA0-3B49E6A6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ect">
            <a:extLst xmlns:a="http://schemas.openxmlformats.org/drawingml/2006/main">
              <a:ext uri="{FF2B5EF4-FFF2-40B4-BE49-F238E27FC236}">
                <a16:creationId xmlns:a16="http://schemas.microsoft.com/office/drawing/2014/main" id="{46766B2E-F126-4349-9C17-F7929720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ect">
            <a:extLst xmlns:a="http://schemas.openxmlformats.org/drawingml/2006/main">
              <a:ext uri="{FF2B5EF4-FFF2-40B4-BE49-F238E27FC236}">
                <a16:creationId xmlns:a16="http://schemas.microsoft.com/office/drawing/2014/main" id="{479BDF04-85BB-4816-98F1-FA11F15C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rect">
            <a:extLst xmlns:a="http://schemas.openxmlformats.org/drawingml/2006/main">
              <a:ext uri="{FF2B5EF4-FFF2-40B4-BE49-F238E27FC236}">
                <a16:creationId xmlns:a16="http://schemas.microsoft.com/office/drawing/2014/main" id="{5E71DE2E-0472-420C-AC97-696636D5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rect">
            <a:extLst xmlns:a="http://schemas.openxmlformats.org/drawingml/2006/main">
              <a:ext uri="{FF2B5EF4-FFF2-40B4-BE49-F238E27FC236}">
                <a16:creationId xmlns:a16="http://schemas.microsoft.com/office/drawing/2014/main" id="{74C84DF4-D09D-4675-946C-5FAB7642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ect">
            <a:extLst xmlns:a="http://schemas.openxmlformats.org/drawingml/2006/main">
              <a:ext uri="{FF2B5EF4-FFF2-40B4-BE49-F238E27FC236}">
                <a16:creationId xmlns:a16="http://schemas.microsoft.com/office/drawing/2014/main" id="{27DD647E-7212-4B6B-9CA9-DE6E3C86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662363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ect">
            <a:extLst xmlns:a="http://schemas.openxmlformats.org/drawingml/2006/main">
              <a:ext uri="{FF2B5EF4-FFF2-40B4-BE49-F238E27FC236}">
                <a16:creationId xmlns:a16="http://schemas.microsoft.com/office/drawing/2014/main" id="{F67956BA-C0EE-48D7-A4F9-0A7F9713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ect">
            <a:extLst xmlns:a="http://schemas.openxmlformats.org/drawingml/2006/main">
              <a:ext uri="{FF2B5EF4-FFF2-40B4-BE49-F238E27FC236}">
                <a16:creationId xmlns:a16="http://schemas.microsoft.com/office/drawing/2014/main" id="{13A39727-FCBB-4296-AC5D-E759427A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ect">
            <a:extLst xmlns:a="http://schemas.openxmlformats.org/drawingml/2006/main">
              <a:ext uri="{FF2B5EF4-FFF2-40B4-BE49-F238E27FC236}">
                <a16:creationId xmlns:a16="http://schemas.microsoft.com/office/drawing/2014/main" id="{04417D92-772F-4E56-A9F9-55A3C682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rect">
            <a:extLst xmlns:a="http://schemas.openxmlformats.org/drawingml/2006/main">
              <a:ext uri="{FF2B5EF4-FFF2-40B4-BE49-F238E27FC236}">
                <a16:creationId xmlns:a16="http://schemas.microsoft.com/office/drawing/2014/main" id="{12198ACD-6B05-479D-AB3A-4FE62B25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rect">
            <a:extLst xmlns:a="http://schemas.openxmlformats.org/drawingml/2006/main">
              <a:ext uri="{FF2B5EF4-FFF2-40B4-BE49-F238E27FC236}">
                <a16:creationId xmlns:a16="http://schemas.microsoft.com/office/drawing/2014/main" id="{439D9AEB-9CD9-4BF5-86A4-9ABADDAD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rect">
            <a:extLst xmlns:a="http://schemas.openxmlformats.org/drawingml/2006/main">
              <a:ext uri="{FF2B5EF4-FFF2-40B4-BE49-F238E27FC236}">
                <a16:creationId xmlns:a16="http://schemas.microsoft.com/office/drawing/2014/main" id="{A5D0383C-C5C3-4D21-B783-2404A2E0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rect">
            <a:extLst xmlns:a="http://schemas.openxmlformats.org/drawingml/2006/main">
              <a:ext uri="{FF2B5EF4-FFF2-40B4-BE49-F238E27FC236}">
                <a16:creationId xmlns:a16="http://schemas.microsoft.com/office/drawing/2014/main" id="{05CE4F83-4F34-4EC7-B634-020D15C6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rect">
            <a:extLst xmlns:a="http://schemas.openxmlformats.org/drawingml/2006/main">
              <a:ext uri="{FF2B5EF4-FFF2-40B4-BE49-F238E27FC236}">
                <a16:creationId xmlns:a16="http://schemas.microsoft.com/office/drawing/2014/main" id="{CE2851E1-28D1-4949-9061-E0B78BDB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3971925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rect">
            <a:extLst xmlns:a="http://schemas.openxmlformats.org/drawingml/2006/main">
              <a:ext uri="{FF2B5EF4-FFF2-40B4-BE49-F238E27FC236}">
                <a16:creationId xmlns:a16="http://schemas.microsoft.com/office/drawing/2014/main" id="{5A647636-13BB-45F3-8423-44D791B4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rect">
            <a:extLst xmlns:a="http://schemas.openxmlformats.org/drawingml/2006/main">
              <a:ext uri="{FF2B5EF4-FFF2-40B4-BE49-F238E27FC236}">
                <a16:creationId xmlns:a16="http://schemas.microsoft.com/office/drawing/2014/main" id="{E55C0566-E3F9-425D-B837-5FCD9C93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rect">
            <a:extLst xmlns:a="http://schemas.openxmlformats.org/drawingml/2006/main">
              <a:ext uri="{FF2B5EF4-FFF2-40B4-BE49-F238E27FC236}">
                <a16:creationId xmlns:a16="http://schemas.microsoft.com/office/drawing/2014/main" id="{ED58359B-3AA1-42B8-99A1-3A2467F3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rect">
            <a:extLst xmlns:a="http://schemas.openxmlformats.org/drawingml/2006/main">
              <a:ext uri="{FF2B5EF4-FFF2-40B4-BE49-F238E27FC236}">
                <a16:creationId xmlns:a16="http://schemas.microsoft.com/office/drawing/2014/main" id="{03C04057-9263-4584-A0A6-7F048A76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rect">
            <a:extLst xmlns:a="http://schemas.openxmlformats.org/drawingml/2006/main">
              <a:ext uri="{FF2B5EF4-FFF2-40B4-BE49-F238E27FC236}">
                <a16:creationId xmlns:a16="http://schemas.microsoft.com/office/drawing/2014/main" id="{9575244C-5A30-426C-A909-76728320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ect">
            <a:extLst xmlns:a="http://schemas.openxmlformats.org/drawingml/2006/main">
              <a:ext uri="{FF2B5EF4-FFF2-40B4-BE49-F238E27FC236}">
                <a16:creationId xmlns:a16="http://schemas.microsoft.com/office/drawing/2014/main" id="{C1555509-55FD-42BB-98E9-5557A924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rect">
            <a:extLst xmlns:a="http://schemas.openxmlformats.org/drawingml/2006/main">
              <a:ext uri="{FF2B5EF4-FFF2-40B4-BE49-F238E27FC236}">
                <a16:creationId xmlns:a16="http://schemas.microsoft.com/office/drawing/2014/main" id="{B7E08923-3937-4BFE-BDE6-88D9D07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rect">
            <a:extLst xmlns:a="http://schemas.openxmlformats.org/drawingml/2006/main">
              <a:ext uri="{FF2B5EF4-FFF2-40B4-BE49-F238E27FC236}">
                <a16:creationId xmlns:a16="http://schemas.microsoft.com/office/drawing/2014/main" id="{F426175A-C05F-437C-9C38-562514C1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188" y="4281488"/>
            <a:ext cx="309563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ext">
            <a:extLst xmlns:a="http://schemas.openxmlformats.org/drawingml/2006/main">
              <a:ext uri="{FF2B5EF4-FFF2-40B4-BE49-F238E27FC236}">
                <a16:creationId xmlns:a16="http://schemas.microsoft.com/office/drawing/2014/main" id="{32677C3A-B61D-40E7-BDE6-97C5289A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960" y="3662363"/>
            <a:ext cx="371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♞</a:t>
            </a:r>
          </a:p>
        </p:txBody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ECB2DB43-1D4C-4D3D-8666-90F903BA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456" y="4281488"/>
            <a:ext cx="371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♔</a:t>
            </a:r>
          </a:p>
        </p:txBody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B1DC0CC7-956D-4468-A0D0-A25C2BF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019" y="2733675"/>
            <a:ext cx="371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♛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13E7C3F5-0D7E-43FC-B5EA-AE1D802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9B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9B3C"/>
                </a:solidFill>
                <a:latin typeface="Aptos"/>
                <a:ea typeface="Aptos"/>
                <a:cs typeface="Aptos"/>
              </a:rPr>
              <a:t>ENDING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4FB21797-446B-47DF-8E48-58FE4A2F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28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3B2F"/>
                </a:solidFill>
                <a:latin typeface="Aptos Display"/>
                <a:ea typeface="Aptos Display"/>
                <a:cs typeface="Aptos Display"/>
              </a:rPr>
              <a:t>我希望 Chesstong 成为孩子、家长和老师之间的一座桥。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33B909B7-FCDB-4695-8C7E-72DA33EC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238"/>
                </a:solidFill>
                <a:latin typeface="Aptos"/>
                <a:ea typeface="Aptos"/>
                <a:cs typeface="Aptos"/>
              </a:rPr>
              <a:t>让孩子更容易理解国际象棋，让家长更容易支持孩子，让老师更容易看见学生的进步。</a:t>
            </a:r>
          </a:p>
        </p:txBody>
      </p:sp>
      <p:sp>
        <p:nvSpPr>
          <p:cNvPr id="71" name="roundRect">
            <a:extLst xmlns:a="http://schemas.openxmlformats.org/drawingml/2006/main">
              <a:ext uri="{FF2B5EF4-FFF2-40B4-BE49-F238E27FC236}">
                <a16:creationId xmlns:a16="http://schemas.microsoft.com/office/drawing/2014/main" id="{280A6360-DBAC-4EEE-9CC0-1C6BCF1B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533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text">
            <a:extLst xmlns:a="http://schemas.openxmlformats.org/drawingml/2006/main">
              <a:ext uri="{FF2B5EF4-FFF2-40B4-BE49-F238E27FC236}">
                <a16:creationId xmlns:a16="http://schemas.microsoft.com/office/drawing/2014/main" id="{38C5947C-03AE-4321-8C77-56F838AE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E8C8"/>
                </a:solidFill>
                <a:latin typeface="Aptos"/>
                <a:ea typeface="Aptos"/>
                <a:cs typeface="Aptos"/>
              </a:rPr>
              <a:t>从渝中出发，服务重庆更多初学者。</a:t>
            </a:r>
          </a:p>
        </p:txBody>
      </p:sp>
      <p:sp>
        <p:nvSpPr>
          <p:cNvPr id="73" name="rect">
            <a:extLst xmlns:a="http://schemas.openxmlformats.org/drawingml/2006/main">
              <a:ext uri="{FF2B5EF4-FFF2-40B4-BE49-F238E27FC236}">
                <a16:creationId xmlns:a16="http://schemas.microsoft.com/office/drawing/2014/main" id="{EB00ED70-D2A4-4B30-BABD-892C2442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8B13B89C-4741-4E58-90F0-50B579B3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19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Chesstong 国际象棋智能学习平台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E479F3CB-2201-435C-892B-0652E0AC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198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7E8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7E8C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812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2026-06-20T02:07:05.8290000Z</dcterms:created>
  <dcterms:modified xsi:type="dcterms:W3CDTF">2026-06-20T02:07:05.8290000Z</dcterms:modified>
</coreProperties>
</file>