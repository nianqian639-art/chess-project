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4b6d184de4017" /><Relationship Type="http://schemas.openxmlformats.org/officeDocument/2006/relationships/extended-properties" Target="/docProps/app.xml" Id="R49fbe5e2ab57432e" /><Relationship Type="http://schemas.openxmlformats.org/officeDocument/2006/relationships/officeDocument" Target="/ppt/presentation.xml" Id="Re11f73f964bb4f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417f2d2d64e49"/>
  </p:sldMasterIdLst>
  <p:notesMasterIdLst>
    <p:notesMasterId xmlns:r="http://schemas.openxmlformats.org/officeDocument/2006/relationships" r:id="Red6da548246740a6"/>
  </p:notesMasterIdLst>
  <p:sldIdLst>
    <p:sldId xmlns:r="http://schemas.openxmlformats.org/officeDocument/2006/relationships" id="256" r:id="R893ead26e57d479f"/>
    <p:sldId xmlns:r="http://schemas.openxmlformats.org/officeDocument/2006/relationships" id="257" r:id="Rc300fbbfa89c4cf5"/>
    <p:sldId xmlns:r="http://schemas.openxmlformats.org/officeDocument/2006/relationships" id="258" r:id="R18dff0937b974004"/>
    <p:sldId xmlns:r="http://schemas.openxmlformats.org/officeDocument/2006/relationships" id="259" r:id="Re651934f99e34d65"/>
    <p:sldId xmlns:r="http://schemas.openxmlformats.org/officeDocument/2006/relationships" id="260" r:id="R9571f4a209c04919"/>
    <p:sldId xmlns:r="http://schemas.openxmlformats.org/officeDocument/2006/relationships" id="261" r:id="R91ade6c6c5e94528"/>
    <p:sldId xmlns:r="http://schemas.openxmlformats.org/officeDocument/2006/relationships" id="262" r:id="Rd73e08533bd5413f"/>
    <p:sldId xmlns:r="http://schemas.openxmlformats.org/officeDocument/2006/relationships" id="263" r:id="R2256f4e91def418f"/>
    <p:sldId xmlns:r="http://schemas.openxmlformats.org/officeDocument/2006/relationships" id="264" r:id="Rbd74d34282ea497f"/>
    <p:sldId xmlns:r="http://schemas.openxmlformats.org/officeDocument/2006/relationships" id="265" r:id="Rcb007e1b29bc44a9"/>
    <p:sldId xmlns:r="http://schemas.openxmlformats.org/officeDocument/2006/relationships" id="266" r:id="R4911f8acb2ee4c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3733dfb3db40f7" /><Relationship Type="http://schemas.openxmlformats.org/officeDocument/2006/relationships/slideMaster" Target="/ppt/slideMasters/slideMaster1.xml" Id="Ra27417f2d2d64e49" /><Relationship Type="http://schemas.openxmlformats.org/officeDocument/2006/relationships/notesMaster" Target="/ppt/notesMasters/notesMaster1.xml" Id="Red6da548246740a6" /><Relationship Type="http://schemas.openxmlformats.org/officeDocument/2006/relationships/presProps" Target="/ppt/presProps.xml" Id="R8043b7399e594e7b" /><Relationship Type="http://schemas.openxmlformats.org/officeDocument/2006/relationships/tableStyles" Target="/ppt/tableStyles.xml" Id="Rd9f8e048d1c547c8" /><Relationship Type="http://schemas.openxmlformats.org/officeDocument/2006/relationships/slide" Target="/ppt/slides/slide1.xml" Id="R893ead26e57d479f" /><Relationship Type="http://schemas.openxmlformats.org/officeDocument/2006/relationships/slide" Target="/ppt/slides/slide2.xml" Id="Rc300fbbfa89c4cf5" /><Relationship Type="http://schemas.openxmlformats.org/officeDocument/2006/relationships/slide" Target="/ppt/slides/slide3.xml" Id="R18dff0937b974004" /><Relationship Type="http://schemas.openxmlformats.org/officeDocument/2006/relationships/slide" Target="/ppt/slides/slide4.xml" Id="Re651934f99e34d65" /><Relationship Type="http://schemas.openxmlformats.org/officeDocument/2006/relationships/slide" Target="/ppt/slides/slide5.xml" Id="R9571f4a209c04919" /><Relationship Type="http://schemas.openxmlformats.org/officeDocument/2006/relationships/slide" Target="/ppt/slides/slide6.xml" Id="R91ade6c6c5e94528" /><Relationship Type="http://schemas.openxmlformats.org/officeDocument/2006/relationships/slide" Target="/ppt/slides/slide7.xml" Id="Rd73e08533bd5413f" /><Relationship Type="http://schemas.openxmlformats.org/officeDocument/2006/relationships/slide" Target="/ppt/slides/slide8.xml" Id="R2256f4e91def418f" /><Relationship Type="http://schemas.openxmlformats.org/officeDocument/2006/relationships/slide" Target="/ppt/slides/slide9.xml" Id="Rbd74d34282ea497f" /><Relationship Type="http://schemas.openxmlformats.org/officeDocument/2006/relationships/slide" Target="/ppt/slides/slide10.xml" Id="Rcb007e1b29bc44a9" /><Relationship Type="http://schemas.openxmlformats.org/officeDocument/2006/relationships/slide" Target="/ppt/slides/slide11.xml" Id="R4911f8acb2ee4c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9cafef233945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b2d1eca6346e3" /><Relationship Type="http://schemas.openxmlformats.org/officeDocument/2006/relationships/notesMaster" Target="/ppt/notesMasters/notesMaster1.xml" Id="Rebc6e9ff1f6641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c5f7356a44326" /><Relationship Type="http://schemas.openxmlformats.org/officeDocument/2006/relationships/notesMaster" Target="/ppt/notesMasters/notesMaster1.xml" Id="Ra98707d50153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faae86412f42b8" /><Relationship Type="http://schemas.openxmlformats.org/officeDocument/2006/relationships/notesMaster" Target="/ppt/notesMasters/notesMaster1.xml" Id="R383821f90db84b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8ad50b041246c3" /><Relationship Type="http://schemas.openxmlformats.org/officeDocument/2006/relationships/notesMaster" Target="/ppt/notesMasters/notesMaster1.xml" Id="R8f302f511cb84b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3e44f004c4419" /><Relationship Type="http://schemas.openxmlformats.org/officeDocument/2006/relationships/notesMaster" Target="/ppt/notesMasters/notesMaster1.xml" Id="R0c4a45e4a7844a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b93b59d18b4c57" /><Relationship Type="http://schemas.openxmlformats.org/officeDocument/2006/relationships/notesMaster" Target="/ppt/notesMasters/notesMaster1.xml" Id="R6452543006e747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8883cab4504b50" /><Relationship Type="http://schemas.openxmlformats.org/officeDocument/2006/relationships/notesMaster" Target="/ppt/notesMasters/notesMaster1.xml" Id="R3566a25c449448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a25dd17c6441f2" /><Relationship Type="http://schemas.openxmlformats.org/officeDocument/2006/relationships/notesMaster" Target="/ppt/notesMasters/notesMaster1.xml" Id="R67392bb797344c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05d0f1ef2e4495" /><Relationship Type="http://schemas.openxmlformats.org/officeDocument/2006/relationships/notesMaster" Target="/ppt/notesMasters/notesMaster1.xml" Id="R403d9dddd9414d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f971c5a5d741bf" /><Relationship Type="http://schemas.openxmlformats.org/officeDocument/2006/relationships/notesMaster" Target="/ppt/notesMasters/notesMaster1.xml" Id="Rd4775da9a11c44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36808de58f4ef6" /><Relationship Type="http://schemas.openxmlformats.org/officeDocument/2006/relationships/notesMaster" Target="/ppt/notesMasters/notesMaster1.xml" Id="R84191ab6320c47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0fa57364a49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9d8319e45d457c" /><Relationship Type="http://schemas.openxmlformats.org/officeDocument/2006/relationships/slideLayout" Target="/ppt/slideLayouts/slideLayout1.xml" Id="R87a77f3366a4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77f3366a4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c87b102034f28" /><Relationship Type="http://schemas.openxmlformats.org/officeDocument/2006/relationships/notesSlide" Target="/ppt/notesSlides/notesSlide1.xml" Id="Rf33b05638932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d1f78467242ce" /><Relationship Type="http://schemas.openxmlformats.org/officeDocument/2006/relationships/notesSlide" Target="/ppt/notesSlides/notesSlide2.xml" Id="Rb55fb5f22929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e71fe801c4f1a" /><Relationship Type="http://schemas.openxmlformats.org/officeDocument/2006/relationships/notesSlide" Target="/ppt/notesSlides/notesSlide3.xml" Id="R543ae83254d44d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f36ccfe0648e4" /><Relationship Type="http://schemas.openxmlformats.org/officeDocument/2006/relationships/notesSlide" Target="/ppt/notesSlides/notesSlide4.xml" Id="R9bde19e348ca44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90623a572425f" /><Relationship Type="http://schemas.openxmlformats.org/officeDocument/2006/relationships/notesSlide" Target="/ppt/notesSlides/notesSlide5.xml" Id="R66d0b989b1ee45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6559699374b93" /><Relationship Type="http://schemas.openxmlformats.org/officeDocument/2006/relationships/notesSlide" Target="/ppt/notesSlides/notesSlide6.xml" Id="Rfda3866f92e54f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cd8ff8c6f4fd6" /><Relationship Type="http://schemas.openxmlformats.org/officeDocument/2006/relationships/notesSlide" Target="/ppt/notesSlides/notesSlide7.xml" Id="R92a52d18ee814d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ac13ef62a4282" /><Relationship Type="http://schemas.openxmlformats.org/officeDocument/2006/relationships/notesSlide" Target="/ppt/notesSlides/notesSlide8.xml" Id="Red51da40870a4a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27d6a90424009" /><Relationship Type="http://schemas.openxmlformats.org/officeDocument/2006/relationships/notesSlide" Target="/ppt/notesSlides/notesSlide9.xml" Id="R70d34ef7570d48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79cdde9ab4b09" /><Relationship Type="http://schemas.openxmlformats.org/officeDocument/2006/relationships/notesSlide" Target="/ppt/notesSlides/notesSlide10.xml" Id="Rbfd3da74dc1348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8af14bed74afd" /><Relationship Type="http://schemas.openxmlformats.org/officeDocument/2006/relationships/notesSlide" Target="/ppt/notesSlides/notesSlide11.xml" Id="R74a9f2266fa64c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ct">
            <a:extLst xmlns:a="http://schemas.openxmlformats.org/drawingml/2006/main">
              <a:ext uri="{FF2B5EF4-FFF2-40B4-BE49-F238E27FC236}">
                <a16:creationId xmlns:a16="http://schemas.microsoft.com/office/drawing/2014/main" id="{BE5B47D3-4E9A-49A8-8609-0FB94EB4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8E8D78EF-7030-4919-B7A4-1895D5E3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">
            <a:extLst xmlns:a="http://schemas.openxmlformats.org/drawingml/2006/main">
              <a:ext uri="{FF2B5EF4-FFF2-40B4-BE49-F238E27FC236}">
                <a16:creationId xmlns:a16="http://schemas.microsoft.com/office/drawing/2014/main" id="{B9790274-5E83-4989-9BE8-40E41532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8E0374CC-3613-470E-8C0C-0981617B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D209EFD3-0CBA-480B-8C67-42C2E15A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0A46CA05-4451-4F99-A196-E3BA3450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DB2E407B-A4B2-46BF-ACEE-8AF01945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EDFE43ED-57FD-4F2A-9B61-A946C560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1A1211B9-D842-4609-BD4A-AC5DB7F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E61F4B14-1988-441B-87E5-E3989C4D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2DE8030F-9B54-42D0-9B6F-E2133301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3B4F7C37-142F-4FD0-BBD5-70625570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C895EA37-4931-4EB6-B813-2782DA9A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2B6F024E-8333-4223-8A74-38D70362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99758511-F3B4-491A-BC35-C01847EC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03016ABE-B79D-4AC1-BFA9-6300B204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AFDF362B-AF8B-4781-AC8B-E5BE112D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2D681DC4-2C2C-4DF8-8B47-3C2986E2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1CFE41AA-C3E0-42E2-9D99-86557102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A077AAF7-D86C-4CA0-8CCF-A6536C27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4174E71C-C317-455C-893B-F4F03B8C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520016A7-472F-4AE1-8FD6-91F33C27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FFE3B204-8DD8-4913-BD30-3086C291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809F2555-6BFF-4430-90DD-9DC5F24F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36E4793F-0E74-4BD7-9B35-E5310E4D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2A7E6090-8015-4982-8382-456971D1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C2E9D880-AF5C-4ACB-85E0-31C772AB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4FE6162F-87D4-4694-BFC9-7DCD2100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CE08C131-9AC1-4531-9B16-651F818F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1B5441A7-29A8-49B0-BA14-8C28E4D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F9584F9B-3A2C-4B5B-98C0-1F4A9228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89F32C6A-8F83-4215-B515-A8D88211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004C5D08-E175-4798-A353-F664422F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39406129-34A7-47C3-B17A-F1E2ECE6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F48B3DA5-52F6-4797-B61F-B855AC0B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CA3E9676-8F34-47F2-9ECD-5995002C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540F3AA6-1328-4784-AE3E-A77BBB61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42E6F9B8-DB02-49B5-83F4-6056218C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ct">
            <a:extLst xmlns:a="http://schemas.openxmlformats.org/drawingml/2006/main">
              <a:ext uri="{FF2B5EF4-FFF2-40B4-BE49-F238E27FC236}">
                <a16:creationId xmlns:a16="http://schemas.microsoft.com/office/drawing/2014/main" id="{C1EEF911-FDA0-4CB0-A7A6-2A678E90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25176A70-FEF8-470E-9375-A79BB79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ect">
            <a:extLst xmlns:a="http://schemas.openxmlformats.org/drawingml/2006/main">
              <a:ext uri="{FF2B5EF4-FFF2-40B4-BE49-F238E27FC236}">
                <a16:creationId xmlns:a16="http://schemas.microsoft.com/office/drawing/2014/main" id="{AFAE28CA-0BE6-4A68-A9DA-4DC95EAA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8A3FB9EC-4EEF-44D3-B79F-82FFDF49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">
            <a:extLst xmlns:a="http://schemas.openxmlformats.org/drawingml/2006/main">
              <a:ext uri="{FF2B5EF4-FFF2-40B4-BE49-F238E27FC236}">
                <a16:creationId xmlns:a16="http://schemas.microsoft.com/office/drawing/2014/main" id="{316BEB22-A4AB-4115-A15F-940029CB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21E2D560-008A-4EC7-A127-9D23DF8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ect">
            <a:extLst xmlns:a="http://schemas.openxmlformats.org/drawingml/2006/main">
              <a:ext uri="{FF2B5EF4-FFF2-40B4-BE49-F238E27FC236}">
                <a16:creationId xmlns:a16="http://schemas.microsoft.com/office/drawing/2014/main" id="{F50EF54E-45DF-4F4F-A8B2-06E4EA16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52761F59-30B6-44AB-8734-43184199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ect">
            <a:extLst xmlns:a="http://schemas.openxmlformats.org/drawingml/2006/main">
              <a:ext uri="{FF2B5EF4-FFF2-40B4-BE49-F238E27FC236}">
                <a16:creationId xmlns:a16="http://schemas.microsoft.com/office/drawing/2014/main" id="{0A13A5CD-6DF1-4912-BBF7-D41A4DAB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E7A9B4E8-87D0-42E8-BA23-CE46709E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ct">
            <a:extLst xmlns:a="http://schemas.openxmlformats.org/drawingml/2006/main">
              <a:ext uri="{FF2B5EF4-FFF2-40B4-BE49-F238E27FC236}">
                <a16:creationId xmlns:a16="http://schemas.microsoft.com/office/drawing/2014/main" id="{8ACB50F7-599D-4F25-8E6D-19F253FF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DD464BF4-7F6B-4A67-A853-4C4D7900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ect">
            <a:extLst xmlns:a="http://schemas.openxmlformats.org/drawingml/2006/main">
              <a:ext uri="{FF2B5EF4-FFF2-40B4-BE49-F238E27FC236}">
                <a16:creationId xmlns:a16="http://schemas.microsoft.com/office/drawing/2014/main" id="{76513C7A-624F-45B2-9C5D-30F8EA12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2658951B-9484-4ECC-8162-3322B08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rect">
            <a:extLst xmlns:a="http://schemas.openxmlformats.org/drawingml/2006/main">
              <a:ext uri="{FF2B5EF4-FFF2-40B4-BE49-F238E27FC236}">
                <a16:creationId xmlns:a16="http://schemas.microsoft.com/office/drawing/2014/main" id="{3D43ECE1-E6D8-4F98-B6F6-2F47280C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7B9CEB2B-A1E1-491F-B524-97463F08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ect">
            <a:extLst xmlns:a="http://schemas.openxmlformats.org/drawingml/2006/main">
              <a:ext uri="{FF2B5EF4-FFF2-40B4-BE49-F238E27FC236}">
                <a16:creationId xmlns:a16="http://schemas.microsoft.com/office/drawing/2014/main" id="{11E31EE0-D0B5-433F-B6B4-D970EFE8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rect">
            <a:extLst xmlns:a="http://schemas.openxmlformats.org/drawingml/2006/main">
              <a:ext uri="{FF2B5EF4-FFF2-40B4-BE49-F238E27FC236}">
                <a16:creationId xmlns:a16="http://schemas.microsoft.com/office/drawing/2014/main" id="{FEE35D4B-6FF7-4041-8576-C0BD9CE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rect">
            <a:extLst xmlns:a="http://schemas.openxmlformats.org/drawingml/2006/main">
              <a:ext uri="{FF2B5EF4-FFF2-40B4-BE49-F238E27FC236}">
                <a16:creationId xmlns:a16="http://schemas.microsoft.com/office/drawing/2014/main" id="{E77CE957-47A3-4EF5-9148-4A4452D1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ect">
            <a:extLst xmlns:a="http://schemas.openxmlformats.org/drawingml/2006/main">
              <a:ext uri="{FF2B5EF4-FFF2-40B4-BE49-F238E27FC236}">
                <a16:creationId xmlns:a16="http://schemas.microsoft.com/office/drawing/2014/main" id="{DF5F4412-752F-4C3C-8CD2-304DC4F7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ect">
            <a:extLst xmlns:a="http://schemas.openxmlformats.org/drawingml/2006/main">
              <a:ext uri="{FF2B5EF4-FFF2-40B4-BE49-F238E27FC236}">
                <a16:creationId xmlns:a16="http://schemas.microsoft.com/office/drawing/2014/main" id="{28B6A488-3F1F-430F-8E7C-E97B48CF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ect">
            <a:extLst xmlns:a="http://schemas.openxmlformats.org/drawingml/2006/main">
              <a:ext uri="{FF2B5EF4-FFF2-40B4-BE49-F238E27FC236}">
                <a16:creationId xmlns:a16="http://schemas.microsoft.com/office/drawing/2014/main" id="{D6D8DC6E-F496-4C4F-A2FD-ABDFE974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ect">
            <a:extLst xmlns:a="http://schemas.openxmlformats.org/drawingml/2006/main">
              <a:ext uri="{FF2B5EF4-FFF2-40B4-BE49-F238E27FC236}">
                <a16:creationId xmlns:a16="http://schemas.microsoft.com/office/drawing/2014/main" id="{C95FC8A5-D46E-4154-9A02-0A73010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ct">
            <a:extLst xmlns:a="http://schemas.openxmlformats.org/drawingml/2006/main">
              <a:ext uri="{FF2B5EF4-FFF2-40B4-BE49-F238E27FC236}">
                <a16:creationId xmlns:a16="http://schemas.microsoft.com/office/drawing/2014/main" id="{680EE3CA-5C72-4348-BBB3-AB7FA6E7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ect">
            <a:extLst xmlns:a="http://schemas.openxmlformats.org/drawingml/2006/main">
              <a:ext uri="{FF2B5EF4-FFF2-40B4-BE49-F238E27FC236}">
                <a16:creationId xmlns:a16="http://schemas.microsoft.com/office/drawing/2014/main" id="{669EAC23-121C-4918-B797-F80D6F5E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ect">
            <a:extLst xmlns:a="http://schemas.openxmlformats.org/drawingml/2006/main">
              <a:ext uri="{FF2B5EF4-FFF2-40B4-BE49-F238E27FC236}">
                <a16:creationId xmlns:a16="http://schemas.microsoft.com/office/drawing/2014/main" id="{30E889DA-30AA-4E18-9A6E-61BBEF3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ct">
            <a:extLst xmlns:a="http://schemas.openxmlformats.org/drawingml/2006/main">
              <a:ext uri="{FF2B5EF4-FFF2-40B4-BE49-F238E27FC236}">
                <a16:creationId xmlns:a16="http://schemas.microsoft.com/office/drawing/2014/main" id="{181E51E4-FCE9-40F0-AFFC-2AF1DF10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2A6D8A76-1EF7-4F41-A3A6-7984ED4C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0981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♞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63C1B628-02FE-4BC2-B9B9-7304285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141" y="4636294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♔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0568D6F7-9B09-4E00-8040-8CA18338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97" y="3148013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♛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D9CCCF38-3F53-4254-97E0-FB828F74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棋伴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0EC8B281-4A2D-490E-8D14-FCB25C1E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6680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让国际象棋</a:t>
            </a:r>
          </a:p>
          <a:p xmlns:a="http://schemas.openxmlformats.org/drawingml/2006/main">
            <a:pPr algn="l">
              <a:def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更容易听懂，</a:t>
            </a:r>
          </a:p>
          <a:p xmlns:a="http://schemas.openxmlformats.org/drawingml/2006/main">
            <a:pPr algn="l">
              <a:def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也更容易坚持。</a:t>
            </a:r>
          </a:p>
        </p:txBody>
      </p:sp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8752B4AB-9729-4D40-B3D9-3E582C30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33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国际象棋智能学习平台项目计划书</a:t>
            </a:r>
          </a:p>
        </p:txBody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DF54D80A-A254-4655-B908-6AB2FF5A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我6岁开始学棋，因此很清楚初学者最难的不是兴趣，而是理解和坚持。</a:t>
            </a:r>
          </a:p>
        </p:txBody>
      </p:sp>
      <p:sp>
        <p:nvSpPr>
          <p:cNvPr id="73" name="roundRect">
            <a:extLst xmlns:a="http://schemas.openxmlformats.org/drawingml/2006/main">
              <a:ext uri="{FF2B5EF4-FFF2-40B4-BE49-F238E27FC236}">
                <a16:creationId xmlns:a16="http://schemas.microsoft.com/office/drawing/2014/main" id="{7F59AE5A-0878-4A79-8DD6-109D116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00625"/>
            <a:ext cx="542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04AD7AE4-97B8-4AD4-B3D2-AFEC63C2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社会效益优先：从渝中到重庆，帮助更多初学者</a:t>
            </a:r>
          </a:p>
        </p:txBody>
      </p:sp>
      <p:sp>
        <p:nvSpPr>
          <p:cNvPr id="75" name="rect">
            <a:extLst xmlns:a="http://schemas.openxmlformats.org/drawingml/2006/main">
              <a:ext uri="{FF2B5EF4-FFF2-40B4-BE49-F238E27FC236}">
                <a16:creationId xmlns:a16="http://schemas.microsoft.com/office/drawing/2014/main" id="{DFF44A27-7979-4123-A9F0-E5A627F9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59E4AE5C-EFA2-404F-8B7A-3CDF47D3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77" name="text">
            <a:extLst xmlns:a="http://schemas.openxmlformats.org/drawingml/2006/main">
              <a:ext uri="{FF2B5EF4-FFF2-40B4-BE49-F238E27FC236}">
                <a16:creationId xmlns:a16="http://schemas.microsoft.com/office/drawing/2014/main" id="{4FE0A846-5F4F-4085-8702-5CB9527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4415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34D4BFD-3E83-44E4-9EF0-CB932350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61A5E6-8194-4B3C-89BB-3CCEB0BC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为什么我想做这个项目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8A58C22-6617-408B-9D58-DAD061F2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真实的学习经历，比任何市场分析都更早提醒我：初学者需要有人把棋讲明白。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EBE3B917-4243-495F-AD48-1860EA4C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E6A3B9-C24C-4F2C-A45E-CEE2AE79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我的起点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664AD2C-960B-47A1-91ED-401AC6C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我6岁开始学棋，越学越发现：很多孩子不是不想学，而是被术语、题目和缺少反馈卡住了。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EB2FCF6C-C499-4E94-8DE4-CB5FB9E4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48EDE3-6C84-43A2-84A0-87BA7A54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479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家长的重要性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DE9BC2-2130-447A-9D6F-AA98B8DA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289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低龄孩子能不能坚持，家长的鼓励和监督很关键。但很多家长不懂棋，也不知道怎么看学习效果。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1603F457-0CEC-46B6-9DDA-EA79D571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42B5F8B-6212-4FFB-83E0-A28B63ED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项目初心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981FA8-A5E2-4DB4-A745-42D28ED5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用技术把“听不懂”变成“能理解”，把“没人监督”变成“家长老师能看见”。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6820F5C3-8932-4125-BD32-8AD06918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3A58ACE-B956-4061-A9EF-5FD59C6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6250C2C-5C04-4245-B396-4EC4E04C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7497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01C6A11-FF17-4890-B92C-0954559E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PAIN POINTS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A662A14-2C86-4C92-A7AB-61D5F8F1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初学者真正卡在哪里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B4A53B8-26CC-4507-9D3D-1D91752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尤其是 4-10 岁、三级之前的孩子，他们最需要的是清楚解释和持续陪伴。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64A0744C-E2F2-4386-9921-F8F5036A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648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90F9263-686A-48F1-8B5A-1068DB66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专业语言难懂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6ED7A1-C9FE-4A66-AA49-C256CC5C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22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牵制、闪击、弱格、子力协调……词会背，不代表孩子真的理解。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96AAB950-3C2F-4F9E-91C0-BD125DFA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4648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7F6294-AACB-4960-99E6-9D2C4547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做题只有对错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CCE06A-19A8-45B8-928B-BE7963D8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422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很多题库告诉学生答案，却没有解释为什么。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07A93324-C30F-4513-A0C7-B2A73908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648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6719F9-2ACD-4939-92A0-2E8692A3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家长难监督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7FB6E1-ADEA-41B9-A2A8-8AB94513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422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家长愿意支持，但不懂棋，很难知道孩子是否真的进步。</a:t>
            </a:r>
          </a:p>
        </p:txBody>
      </p:sp>
      <p:sp>
        <p:nvSpPr>
          <p:cNvPr id="13" name="roundRect">
            <a:extLst xmlns:a="http://schemas.openxmlformats.org/drawingml/2006/main">
              <a:ext uri="{FF2B5EF4-FFF2-40B4-BE49-F238E27FC236}">
                <a16:creationId xmlns:a16="http://schemas.microsoft.com/office/drawing/2014/main" id="{B0518D86-F7C2-4048-AA4E-2C012BB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4648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4C73949-51DF-4576-A93D-7935676E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338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课后管理困难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0A0602A-4430-4CA4-A287-4DB7D6FC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22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老师课堂讲完后，很难持续追踪每个学生练习情况。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F3BC49EF-6071-4F08-8F76-F7BC580B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7261A4-DCF6-4816-BD0B-171E753D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8A0B8B-D75E-46B0-9D7E-3AF26D0B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067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86D01B5-199C-4656-9A1D-86DAAF2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EB23148-E5E9-439F-8A6D-D68E7595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棋伴的学习闭环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A33332D-7F10-495E-B882-80F7B926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孩子练习，AI 解释，家长监督，老师管理：把学棋从课堂延伸到每天。</a:t>
            </a:r>
          </a:p>
        </p:txBody>
      </p:sp>
      <p:sp>
        <p:nvSpPr>
          <p:cNvPr id="4" name="ellipse">
            <a:extLst xmlns:a="http://schemas.openxmlformats.org/drawingml/2006/main">
              <a:ext uri="{FF2B5EF4-FFF2-40B4-BE49-F238E27FC236}">
                <a16:creationId xmlns:a16="http://schemas.microsoft.com/office/drawing/2014/main" id="{5FFD3886-0C5D-4632-8D8D-66BAE82C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86075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BC0D2B-ADAA-4C68-8B3F-EE3BCDC0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</a:t>
            </a:r>
          </a:p>
        </p:txBody>
      </p:sp>
      <p:sp>
        <p:nvSpPr>
          <p:cNvPr id="6" name="roundRect">
            <a:extLst xmlns:a="http://schemas.openxmlformats.org/drawingml/2006/main">
              <a:ext uri="{FF2B5EF4-FFF2-40B4-BE49-F238E27FC236}">
                <a16:creationId xmlns:a16="http://schemas.microsoft.com/office/drawing/2014/main" id="{F35EFFF7-C958-4A9C-835F-89936E54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716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672E378-CA39-423C-8E81-BE0C1839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24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孩子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2A05ED-A257-4516-8A85-84D8CC9D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做题 / 对战 / 学习</a:t>
            </a:r>
          </a:p>
        </p:txBody>
      </p:sp>
      <p:sp>
        <p:nvSpPr>
          <p:cNvPr id="9" name="roundRect">
            <a:extLst xmlns:a="http://schemas.openxmlformats.org/drawingml/2006/main">
              <a:ext uri="{FF2B5EF4-FFF2-40B4-BE49-F238E27FC236}">
                <a16:creationId xmlns:a16="http://schemas.microsoft.com/office/drawing/2014/main" id="{1C3117AD-1B2D-4D20-8F90-A85463C1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28975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B2FD45-7F84-45D2-9C86-D9D13AF7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918311E-D529-4BA2-BF80-3945D4C4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5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讲清楚每一步</a:t>
            </a:r>
          </a:p>
        </p:txBody>
      </p:sp>
      <p:sp>
        <p:nvSpPr>
          <p:cNvPr id="12" name="roundRect">
            <a:extLst xmlns:a="http://schemas.openxmlformats.org/drawingml/2006/main">
              <a:ext uri="{FF2B5EF4-FFF2-40B4-BE49-F238E27FC236}">
                <a16:creationId xmlns:a16="http://schemas.microsoft.com/office/drawing/2014/main" id="{85017D37-A03B-482C-8C61-6A39F53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8635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14806A-61B5-4BFD-9377-8AB3CD11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38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家长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164487C-0CBA-4654-8FD1-416A7DE8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62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看见坚持和进步</a:t>
            </a:r>
          </a:p>
        </p:txBody>
      </p:sp>
      <p:sp>
        <p:nvSpPr>
          <p:cNvPr id="15" name="roundRect">
            <a:extLst xmlns:a="http://schemas.openxmlformats.org/drawingml/2006/main">
              <a:ext uri="{FF2B5EF4-FFF2-40B4-BE49-F238E27FC236}">
                <a16:creationId xmlns:a16="http://schemas.microsoft.com/office/drawing/2014/main" id="{2A229F20-9F6F-4A35-B51A-84505116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28975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0BB3BD-EF88-4919-A582-344915EA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81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老师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4D4B1F0-A271-4515-9A86-F48072B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05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布置任务和管理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F6C098CE-C55B-4777-8426-1B7FACCC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FFE1433-FE19-4862-80F7-D5B121BA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9C165C7-09FE-4E5D-A76D-18786A61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1827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7FD1AAF-A2A7-4726-AC53-B656C80F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CORE INNOVATION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79184CC-01A9-41E7-9B57-AC5A7EA3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rPr>
              <a:t>用大语言模型，把专业棋语讲成孩子听得懂的话</a:t>
            </a:r>
          </a:p>
        </p:txBody>
      </p:sp>
      <p:sp>
        <p:nvSpPr>
          <p:cNvPr id="3" name="roundRect">
            <a:extLst xmlns:a="http://schemas.openxmlformats.org/drawingml/2006/main">
              <a:ext uri="{FF2B5EF4-FFF2-40B4-BE49-F238E27FC236}">
                <a16:creationId xmlns:a16="http://schemas.microsoft.com/office/drawing/2014/main" id="{12B23F50-30AB-4F68-955F-FF8599A9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680405-2FDF-4EC0-A289-69FCAD19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E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E24"/>
                </a:solidFill>
                <a:latin typeface="Aptos"/>
                <a:ea typeface="Aptos"/>
                <a:cs typeface="Aptos"/>
              </a:rPr>
              <a:t>传统说法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343992-F673-470D-8882-0D08A2D9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“这是一个牵制。被牵制的子不能随便移动，否则会暴露后方更重要的目标。”</a:t>
            </a:r>
          </a:p>
        </p:txBody>
      </p:sp>
      <p:sp>
        <p:nvSpPr>
          <p:cNvPr id="6" name="roundRect">
            <a:extLst xmlns:a="http://schemas.openxmlformats.org/drawingml/2006/main">
              <a:ext uri="{FF2B5EF4-FFF2-40B4-BE49-F238E27FC236}">
                <a16:creationId xmlns:a16="http://schemas.microsoft.com/office/drawing/2014/main" id="{88FAFEAD-E401-484A-8FC4-E724BD94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831FE8-0B68-4ED2-A8FF-A406F379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AI 面向初学者解释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6BF9B4-9F20-4FB4-B665-7AB57F1D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861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“这个棋子后面保护着更重要的棋子，所以它现在不能乱走，就像被钉在原地一样。”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47F822FD-72AF-4F81-9E88-2DC62371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53AF414-65AD-4A36-8A7E-2331A317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099BC65-F59B-44F4-8B31-00397607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7944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224442B-2DEF-496C-B36B-637F3120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D2D67FE-3BB9-4A8E-86F5-48B4E97B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平台目前能做什么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22BF015-9217-4ACB-A814-6BA0B4BE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不是单一题库，而是面向初学者、家长和老师的一整套学习工具。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8B38AD70-C33F-4427-B769-0F8C8E7B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2A59AB-E5DF-4552-B50E-41CE8207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学习中心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2AB7D2-7C31-4C4B-A49A-2C8BF6B8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开局原则、中局思路、残局基础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9FC871D7-27F4-40E2-8E16-D49A5628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8F306B-A11D-48F7-9F35-8CA6395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题库训练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1B61BF-5DE9-4E48-B551-A6620935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做题、判定、提示、错题反馈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E606C9D9-B199-4CC7-83AA-23F7FD3E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B57E282-1C7B-410C-9C83-71B422B7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AI 讲解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7E4451-C3EE-4AB5-9D3E-FD24036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把专业内容解释成新手能懂的话</a:t>
            </a:r>
          </a:p>
        </p:txBody>
      </p:sp>
      <p:sp>
        <p:nvSpPr>
          <p:cNvPr id="13" name="roundRect">
            <a:extLst xmlns:a="http://schemas.openxmlformats.org/drawingml/2006/main">
              <a:ext uri="{FF2B5EF4-FFF2-40B4-BE49-F238E27FC236}">
                <a16:creationId xmlns:a16="http://schemas.microsoft.com/office/drawing/2014/main" id="{65126BAF-643A-48EA-84BE-2D23EB65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4193BF3-0899-414B-9AF1-4D4B28D1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人机对战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3298C2B-1297-4D08-9BC9-B8423967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Stockfish 练习与建议走法</a:t>
            </a:r>
          </a:p>
        </p:txBody>
      </p:sp>
      <p:sp>
        <p:nvSpPr>
          <p:cNvPr id="16" name="roundRect">
            <a:extLst xmlns:a="http://schemas.openxmlformats.org/drawingml/2006/main">
              <a:ext uri="{FF2B5EF4-FFF2-40B4-BE49-F238E27FC236}">
                <a16:creationId xmlns:a16="http://schemas.microsoft.com/office/drawing/2014/main" id="{118DA838-9AC3-4CDE-ADBF-68897FF3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C8D63C-8E09-4C20-A60F-E7E1D50D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家长中心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36E9F19-B00D-424A-AD48-FD97BBA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绑定孩子、学习周报、计划监督</a:t>
            </a:r>
          </a:p>
        </p:txBody>
      </p:sp>
      <p:sp>
        <p:nvSpPr>
          <p:cNvPr id="19" name="roundRect">
            <a:extLst xmlns:a="http://schemas.openxmlformats.org/drawingml/2006/main">
              <a:ext uri="{FF2B5EF4-FFF2-40B4-BE49-F238E27FC236}">
                <a16:creationId xmlns:a16="http://schemas.microsoft.com/office/drawing/2014/main" id="{1971876C-2B3C-4FBA-9BA6-10B0394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092F59-8489-403A-B133-A5AC7AB4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老师管理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4E8359C-3199-446F-A812-BEC5FC82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班级、作业、公告与学生情况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B97F9587-347A-43E6-9666-E9492ED1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5B2FABF-E01F-413C-87CD-C94D6366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7161D60-B7F0-46B5-B626-9FE8DE2E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4423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6177C4D-6A47-4FBE-B4BB-5D324F9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PROGRESS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E9F243E-AA38-4C4E-B4C6-8754AD0B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目前进展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ED027B2-B627-4BD7-A4E2-DFF4AA29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项目已经不是停留在想法里，而是开始真实服务初学者。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EBA3406A-4DAA-4657-A2D5-617D6D0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446424-FA0B-4875-8345-31D516D3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已上线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DA93DA-81FC-4F9F-B72C-001B67A6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具备注册、学习、训练、AI 讲解、家长/老师管理等功能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51B25678-E9E0-4C54-A500-77B59C30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0AD2558-C855-4A60-AA4E-49185B88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获得认可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DDE37A1-FFB7-4917-A827-68B5310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B2F"/>
                </a:solidFill>
                <a:latin typeface="Aptos"/>
                <a:ea typeface="Aptos"/>
                <a:cs typeface="Aptos"/>
              </a:rPr>
              <a:t>获得渝中区国际象棋协会认可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10DA4CAB-2715-42F5-A2FE-0A89D3C9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1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0C655C-1B0E-473E-9707-146C008B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正在使用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3FE765-8332-4E9A-B9AF-31F04ED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帮助当地初学者进行国际象棋学习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9DA17949-F366-4B17-93CA-E7E3A752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54FB0C4-3E7E-4D83-8B92-6B7B16D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8A93913-F38F-403A-9935-7A029465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0949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27919EE-701C-45C7-BD65-3D402668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IMPACT FIRST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BBDECC3-6606-4E72-853D-F81271F8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现阶段最重要的是社会效益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42311A1-B3D0-4B7E-AF05-CD43385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先让更多孩子用得上、看得懂、坚持得下去。</a:t>
            </a:r>
          </a:p>
        </p:txBody>
      </p:sp>
      <p:sp>
        <p:nvSpPr>
          <p:cNvPr id="4" name="ellipse">
            <a:extLst xmlns:a="http://schemas.openxmlformats.org/drawingml/2006/main">
              <a:ext uri="{FF2B5EF4-FFF2-40B4-BE49-F238E27FC236}">
                <a16:creationId xmlns:a16="http://schemas.microsoft.com/office/drawing/2014/main" id="{7CC259A2-8ED9-4D99-A425-EF766E41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B50B4C-C473-4EA3-A932-FCD0F60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76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帮助孩子降低入门门槛：不被专业术语挡在门外。</a:t>
            </a:r>
          </a:p>
        </p:txBody>
      </p:sp>
      <p:sp>
        <p:nvSpPr>
          <p:cNvPr id="6" name="ellipse">
            <a:extLst xmlns:a="http://schemas.openxmlformats.org/drawingml/2006/main">
              <a:ext uri="{FF2B5EF4-FFF2-40B4-BE49-F238E27FC236}">
                <a16:creationId xmlns:a16="http://schemas.microsoft.com/office/drawing/2014/main" id="{7CE7109B-5CCA-4962-B689-643FB9BB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33B91B-1209-4D14-B83F-52D69C2E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帮助家长更好陪伴：不懂棋，也能看到练习和进步。</a:t>
            </a:r>
          </a:p>
        </p:txBody>
      </p:sp>
      <p:sp>
        <p:nvSpPr>
          <p:cNvPr id="8" name="ellipse">
            <a:extLst xmlns:a="http://schemas.openxmlformats.org/drawingml/2006/main">
              <a:ext uri="{FF2B5EF4-FFF2-40B4-BE49-F238E27FC236}">
                <a16:creationId xmlns:a16="http://schemas.microsoft.com/office/drawing/2014/main" id="{54BA11BD-B68C-4473-A195-68CAA5E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8FA366-EC2C-4E7E-B844-8E22F75A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帮助老师提高效率：课后练习变得可追踪、可反馈。</a:t>
            </a:r>
          </a:p>
        </p:txBody>
      </p:sp>
      <p:sp>
        <p:nvSpPr>
          <p:cNvPr id="10" name="ellipse">
            <a:extLst xmlns:a="http://schemas.openxmlformats.org/drawingml/2006/main">
              <a:ext uri="{FF2B5EF4-FFF2-40B4-BE49-F238E27FC236}">
                <a16:creationId xmlns:a16="http://schemas.microsoft.com/office/drawing/2014/main" id="{F7EC00AC-4746-4F6C-9A91-9AE75B97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7B9AA8-6BEC-4E49-B21A-9F0EBEB7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帮助重庆少儿国际象棋普及：从渝中试点，慢慢服务更多区域。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BCAB66B1-A741-4971-8F87-A336B04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AA1304-E83C-4102-8459-64A0EAD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B2D5218-46D1-4410-A808-F25D0CDD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0821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865B5975-AD21-4334-AEAB-63F4B1D7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41D19F1-9CF2-49F0-804D-234604D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从渝中到重庆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65F221-66E9-4B3B-A3FC-8584D31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先把小范围做好，再稳步推广，而不是一开始就追求规模。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AE738AA0-E95F-43CC-855B-C9A82412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9ADCDB-60EB-42E0-BFC7-EBEE3120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B68606-910A-4F8A-8A8A-9CBC248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渝中试点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DC0C73-769C-466F-8173-7ACAC5B1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继续收集孩子、家长、老师的真实反馈</a:t>
            </a:r>
          </a:p>
        </p:txBody>
      </p:sp>
      <p:sp>
        <p:nvSpPr>
          <p:cNvPr id="8" name="roundRect">
            <a:extLst xmlns:a="http://schemas.openxmlformats.org/drawingml/2006/main">
              <a:ext uri="{FF2B5EF4-FFF2-40B4-BE49-F238E27FC236}">
                <a16:creationId xmlns:a16="http://schemas.microsoft.com/office/drawing/2014/main" id="{633919CD-94E8-40D0-B764-EB699C7A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63C0E3-3CB4-4D71-B725-F8729913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77812C2-5422-4748-9EDE-F1C77353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优化体验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6484C85-9576-464D-A147-A51B3C7C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改进 AI 讲解、题库难度和学习报告</a:t>
            </a:r>
          </a:p>
        </p:txBody>
      </p:sp>
      <p:sp>
        <p:nvSpPr>
          <p:cNvPr id="12" name="roundRect">
            <a:extLst xmlns:a="http://schemas.openxmlformats.org/drawingml/2006/main">
              <a:ext uri="{FF2B5EF4-FFF2-40B4-BE49-F238E27FC236}">
                <a16:creationId xmlns:a16="http://schemas.microsoft.com/office/drawing/2014/main" id="{B3868DD0-2746-4A50-B41F-A3045DA7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26042F-7995-4104-B77F-362ADC3A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A92F51-5199-4754-A4D5-BCBC466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区域推广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837CB3-CADF-4F93-BFB2-963E7CE5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与更多老师、机构和协会合作</a:t>
            </a:r>
          </a:p>
        </p:txBody>
      </p:sp>
      <p:sp>
        <p:nvSpPr>
          <p:cNvPr id="16" name="roundRect">
            <a:extLst xmlns:a="http://schemas.openxmlformats.org/drawingml/2006/main">
              <a:ext uri="{FF2B5EF4-FFF2-40B4-BE49-F238E27FC236}">
                <a16:creationId xmlns:a16="http://schemas.microsoft.com/office/drawing/2014/main" id="{EA1E7919-E487-4C24-891F-239A9FC1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22BC9D3-DE09-41E1-8126-B98BD2F9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C9185AA-8A47-4758-91F9-8CAA5CFC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服务重庆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1EB459B-D323-41B1-90E4-48D72B1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覆盖更多 4-10 岁、三级之前学习者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C3CF1250-D3F2-41BC-AEAD-2D18D48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91AEA2E-F59D-4711-B1AF-02BD3BD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33AEE18-402F-4672-889A-D22ECBA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90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D3D0879-B3FE-41C5-8D40-F4F9F75F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FUTURE VALUE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8EDF306-959A-49CE-9561-3228F058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rPr>
              <a:t>未来可能的经济效益：</a:t>
            </a:r>
          </a:p>
          <a:p xmlns:a="http://schemas.openxmlformats.org/drawingml/2006/main">
            <a:pPr algn="l">
              <a:defRPr sz="34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rPr>
              <a:t>个人学棋 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2FE8E6B-DA9E-4280-84B6-98B3A273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现阶段以社会效益为主。等平台服务更多初学者后，可以为更高级学习者提供个性化 AI 教练。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D28E42FF-E47E-430A-B301-2865F123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C65467-2AB1-4071-8EE3-ECA061E7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2954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记录学生情况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529875-1314-4D34-8632-F08B4378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错题、对局、训练时间、目标等级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10A704C0-8875-41F8-BD1E-23F6AB3D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E896FD-E6D4-4026-ADB3-1567DA7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生成学习计划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DC6128-F53E-44E6-9F00-DCE379FC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24200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每天练什么、为什么练、如何复盘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31797492-CC23-4F4E-97BE-F5B5E4D5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FA9194-C59C-4ED2-99A6-354E05DB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长期陪伴进步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0BE493D-D453-4472-ABB0-F99918EC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像一个随时能解释的 AI 学棋助手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C20AC05A-5666-496A-8DD4-1A753D1E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4FF61EA-6017-48CF-A97B-9498D16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CFEF767-B770-482F-8F5A-E852AB9B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6690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ct">
            <a:extLst xmlns:a="http://schemas.openxmlformats.org/drawingml/2006/main">
              <a:ext uri="{FF2B5EF4-FFF2-40B4-BE49-F238E27FC236}">
                <a16:creationId xmlns:a16="http://schemas.microsoft.com/office/drawing/2014/main" id="{DBBCE93E-1FC7-457F-9D58-F434D8F9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B24601E1-BA87-4761-A035-E73D85C5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">
            <a:extLst xmlns:a="http://schemas.openxmlformats.org/drawingml/2006/main">
              <a:ext uri="{FF2B5EF4-FFF2-40B4-BE49-F238E27FC236}">
                <a16:creationId xmlns:a16="http://schemas.microsoft.com/office/drawing/2014/main" id="{C6EBE909-C595-42F8-8A6E-E03E500F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2D4B3E89-FE27-4F82-AD09-268BFD8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1978D610-FCA6-4962-8E90-BD96E61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75156D20-51AA-4D64-B010-74348BA0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50C469DB-6B53-43D0-8127-B41DF3D5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B0F48A01-433B-4583-BE0F-C2528F6E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EDFBF868-65DB-406D-9EDB-6B369434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12985E2B-49DC-4B94-ABC9-611A40F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E7D34787-D87D-4D16-B116-72CD12FC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D0184C42-CDC4-47FD-AC3F-40987536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789FB0AF-860D-4FB0-B580-8EF1A535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4FF92134-98E3-4939-90A2-00345F0A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72D4ECCB-E2C3-4432-8DA9-53E83BF3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A6B9E1A0-ACAA-4CE7-9ECA-BCC23E80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6F1D12B0-DDE0-48E3-BA40-E2BC31D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0996851E-6622-41D8-99E9-2854EC7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A1A12AAF-78F4-4998-AE83-AE273E6E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00590E88-7991-411D-AF7A-38D97ADC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ED5E3257-BB21-487B-ACC6-4AB3E8AB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425C0D6E-848B-453C-B9D7-64CAEA10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C1F7D180-9A47-4FEE-B635-7159A2AF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5BAA468C-F697-49CB-84DD-AFFFC231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88C40DB3-127F-4075-A84C-BFC991C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998EE4FB-58DD-4977-9535-D779DCB0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FADE5574-FB60-4ABD-A002-A827EB3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517E0ED7-2264-4C5E-88A7-B4F7D7ED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BBDAD138-10DD-4E4A-B845-8E463C6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04BEFEA4-AE1C-4D12-9F2E-907CAC79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243AB5D9-52B9-4DB9-A14B-0E9AB4B5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5F056DC0-4AA3-4F11-A190-8C9FA95C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93C20570-B776-424E-85EE-1212DBDA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DCA4F0D2-7903-4F04-A6A7-F31DC21B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B2CA5B73-1519-41C1-AC56-00FB5E78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54129F63-EECF-41C3-8DC4-50F2BE0B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E14DE47E-540F-4BA2-B1AE-75FBC3FE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57B80210-43B7-4296-81A2-65FC3B13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ct">
            <a:extLst xmlns:a="http://schemas.openxmlformats.org/drawingml/2006/main">
              <a:ext uri="{FF2B5EF4-FFF2-40B4-BE49-F238E27FC236}">
                <a16:creationId xmlns:a16="http://schemas.microsoft.com/office/drawing/2014/main" id="{E211A092-39CC-41E7-8EB9-A5506BA6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1B01B9BB-6DEF-4E0A-A058-98D6F98F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ect">
            <a:extLst xmlns:a="http://schemas.openxmlformats.org/drawingml/2006/main">
              <a:ext uri="{FF2B5EF4-FFF2-40B4-BE49-F238E27FC236}">
                <a16:creationId xmlns:a16="http://schemas.microsoft.com/office/drawing/2014/main" id="{DAAF6871-203E-4D44-9727-B88065B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B7998D12-F516-4C76-AFDD-2B598986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">
            <a:extLst xmlns:a="http://schemas.openxmlformats.org/drawingml/2006/main">
              <a:ext uri="{FF2B5EF4-FFF2-40B4-BE49-F238E27FC236}">
                <a16:creationId xmlns:a16="http://schemas.microsoft.com/office/drawing/2014/main" id="{A82A9987-EDE0-4C3E-896B-C282DBCE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3EA63A31-6A30-4BBA-A349-6D04A1A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ect">
            <a:extLst xmlns:a="http://schemas.openxmlformats.org/drawingml/2006/main">
              <a:ext uri="{FF2B5EF4-FFF2-40B4-BE49-F238E27FC236}">
                <a16:creationId xmlns:a16="http://schemas.microsoft.com/office/drawing/2014/main" id="{57BD3937-82A3-44E3-AEC4-2A9A5299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75AE14F4-0A54-4873-9F26-2033A51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ect">
            <a:extLst xmlns:a="http://schemas.openxmlformats.org/drawingml/2006/main">
              <a:ext uri="{FF2B5EF4-FFF2-40B4-BE49-F238E27FC236}">
                <a16:creationId xmlns:a16="http://schemas.microsoft.com/office/drawing/2014/main" id="{6FF382B4-E296-4FAF-ACD5-3ED8BAD5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60553B1D-BD6E-4911-B859-C922CBE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ct">
            <a:extLst xmlns:a="http://schemas.openxmlformats.org/drawingml/2006/main">
              <a:ext uri="{FF2B5EF4-FFF2-40B4-BE49-F238E27FC236}">
                <a16:creationId xmlns:a16="http://schemas.microsoft.com/office/drawing/2014/main" id="{584BCCE9-4237-4840-AEA0-DA6593E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F8A87032-309F-4507-B7AE-CAE2291E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ect">
            <a:extLst xmlns:a="http://schemas.openxmlformats.org/drawingml/2006/main">
              <a:ext uri="{FF2B5EF4-FFF2-40B4-BE49-F238E27FC236}">
                <a16:creationId xmlns:a16="http://schemas.microsoft.com/office/drawing/2014/main" id="{0450F7C7-0EE1-42EC-A5E5-E79FDE16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2A490C23-A1F5-4389-BC39-2A7B42E6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rect">
            <a:extLst xmlns:a="http://schemas.openxmlformats.org/drawingml/2006/main">
              <a:ext uri="{FF2B5EF4-FFF2-40B4-BE49-F238E27FC236}">
                <a16:creationId xmlns:a16="http://schemas.microsoft.com/office/drawing/2014/main" id="{D148825D-6B65-47BC-AC26-CA65BBA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9D1F8ADF-5F9C-4D24-859F-85A2D976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ect">
            <a:extLst xmlns:a="http://schemas.openxmlformats.org/drawingml/2006/main">
              <a:ext uri="{FF2B5EF4-FFF2-40B4-BE49-F238E27FC236}">
                <a16:creationId xmlns:a16="http://schemas.microsoft.com/office/drawing/2014/main" id="{9B3C12D8-7B4A-4D7A-AEB4-3F23F2B3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rect">
            <a:extLst xmlns:a="http://schemas.openxmlformats.org/drawingml/2006/main">
              <a:ext uri="{FF2B5EF4-FFF2-40B4-BE49-F238E27FC236}">
                <a16:creationId xmlns:a16="http://schemas.microsoft.com/office/drawing/2014/main" id="{C79F5BB1-DAFA-4352-BC2B-3E1E096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rect">
            <a:extLst xmlns:a="http://schemas.openxmlformats.org/drawingml/2006/main">
              <a:ext uri="{FF2B5EF4-FFF2-40B4-BE49-F238E27FC236}">
                <a16:creationId xmlns:a16="http://schemas.microsoft.com/office/drawing/2014/main" id="{1D617286-7801-4207-9BB9-B90A8E3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ect">
            <a:extLst xmlns:a="http://schemas.openxmlformats.org/drawingml/2006/main">
              <a:ext uri="{FF2B5EF4-FFF2-40B4-BE49-F238E27FC236}">
                <a16:creationId xmlns:a16="http://schemas.microsoft.com/office/drawing/2014/main" id="{65A86D89-E17A-47A3-832E-F25EBB57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ect">
            <a:extLst xmlns:a="http://schemas.openxmlformats.org/drawingml/2006/main">
              <a:ext uri="{FF2B5EF4-FFF2-40B4-BE49-F238E27FC236}">
                <a16:creationId xmlns:a16="http://schemas.microsoft.com/office/drawing/2014/main" id="{85ED349D-9264-427A-AA61-ECAF599E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ect">
            <a:extLst xmlns:a="http://schemas.openxmlformats.org/drawingml/2006/main">
              <a:ext uri="{FF2B5EF4-FFF2-40B4-BE49-F238E27FC236}">
                <a16:creationId xmlns:a16="http://schemas.microsoft.com/office/drawing/2014/main" id="{18721668-F626-4B7B-84FB-C2A154E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ect">
            <a:extLst xmlns:a="http://schemas.openxmlformats.org/drawingml/2006/main">
              <a:ext uri="{FF2B5EF4-FFF2-40B4-BE49-F238E27FC236}">
                <a16:creationId xmlns:a16="http://schemas.microsoft.com/office/drawing/2014/main" id="{F2471CA7-C63E-49E3-945D-1A8950C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ct">
            <a:extLst xmlns:a="http://schemas.openxmlformats.org/drawingml/2006/main">
              <a:ext uri="{FF2B5EF4-FFF2-40B4-BE49-F238E27FC236}">
                <a16:creationId xmlns:a16="http://schemas.microsoft.com/office/drawing/2014/main" id="{3A835659-64BE-43E4-A032-63DAEAD8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ect">
            <a:extLst xmlns:a="http://schemas.openxmlformats.org/drawingml/2006/main">
              <a:ext uri="{FF2B5EF4-FFF2-40B4-BE49-F238E27FC236}">
                <a16:creationId xmlns:a16="http://schemas.microsoft.com/office/drawing/2014/main" id="{6BD87306-36A7-4D6C-99C3-36EFD533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ect">
            <a:extLst xmlns:a="http://schemas.openxmlformats.org/drawingml/2006/main">
              <a:ext uri="{FF2B5EF4-FFF2-40B4-BE49-F238E27FC236}">
                <a16:creationId xmlns:a16="http://schemas.microsoft.com/office/drawing/2014/main" id="{1820AEE9-0890-4C56-B035-E5CF87C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E333DBC5-AC43-461C-A2E7-A1CA0F25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60" y="3662363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♞</a:t>
            </a:r>
          </a:p>
        </p:txBody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6A7DADE2-6D85-4C8C-A5A9-04FB9DFE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456" y="4281488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♔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B8E24AC5-9BB3-4224-9469-529D180F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019" y="2733675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♛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0B126908-2E92-418F-95FE-0ECBC10D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ENDING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0072CE95-FEAF-4927-9A31-FC2F0445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28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我希望棋伴成为孩子、家长和老师之间的一座桥。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5D3E0DEC-17D7-49FD-89F8-F1E67ED2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让孩子更容易理解国际象棋，让家长更容易支持孩子，让老师更容易看见学生的进步。</a:t>
            </a:r>
          </a:p>
        </p:txBody>
      </p:sp>
      <p:sp>
        <p:nvSpPr>
          <p:cNvPr id="71" name="roundRect">
            <a:extLst xmlns:a="http://schemas.openxmlformats.org/drawingml/2006/main">
              <a:ext uri="{FF2B5EF4-FFF2-40B4-BE49-F238E27FC236}">
                <a16:creationId xmlns:a16="http://schemas.microsoft.com/office/drawing/2014/main" id="{9FE87FEB-BADC-4D27-96BC-1A7E585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533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86B1BCCB-BD3F-4E69-99EC-632AFAA0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从渝中出发，服务重庆更多初学者。</a:t>
            </a:r>
          </a:p>
        </p:txBody>
      </p:sp>
      <p:sp>
        <p:nvSpPr>
          <p:cNvPr id="73" name="rect">
            <a:extLst xmlns:a="http://schemas.openxmlformats.org/drawingml/2006/main">
              <a:ext uri="{FF2B5EF4-FFF2-40B4-BE49-F238E27FC236}">
                <a16:creationId xmlns:a16="http://schemas.microsoft.com/office/drawing/2014/main" id="{D9DC8B96-C8CB-4A9B-94A1-74A6692B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481C27C9-D633-40B1-9624-96ED1D28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棋伴国际象棋智能学习平台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CEC72F62-D715-4851-8A2F-FDD94786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8572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2026-06-20T02:13:23.0720000Z</dcterms:created>
  <dcterms:modified xsi:type="dcterms:W3CDTF">2026-06-20T02:13:23.0720000Z</dcterms:modified>
</coreProperties>
</file>